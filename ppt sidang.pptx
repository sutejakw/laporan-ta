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5" r:id="rId9"/>
    <p:sldId id="266" r:id="rId10"/>
    <p:sldId id="267" r:id="rId11"/>
    <p:sldId id="26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A87366F-CE8C-4C20-BB7F-4D8F5690733F}">
          <p14:sldIdLst>
            <p14:sldId id="256"/>
            <p14:sldId id="257"/>
            <p14:sldId id="258"/>
            <p14:sldId id="259"/>
          </p14:sldIdLst>
        </p14:section>
        <p14:section name="Untitled Section" id="{4280C647-0F31-43CF-91B4-7638F39510A7}">
          <p14:sldIdLst>
            <p14:sldId id="261"/>
            <p14:sldId id="262"/>
            <p14:sldId id="263"/>
            <p14:sldId id="265"/>
            <p14:sldId id="266"/>
            <p14:sldId id="267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tejakawinanga29@gmail.com" initials="s" lastIdx="3" clrIdx="0">
    <p:extLst>
      <p:ext uri="{19B8F6BF-5375-455C-9EA6-DF929625EA0E}">
        <p15:presenceInfo xmlns:p15="http://schemas.microsoft.com/office/powerpoint/2012/main" userId="915dd2b8ed668c66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9DADF1"/>
    <a:srgbClr val="F4FCFE"/>
    <a:srgbClr val="F3872F"/>
    <a:srgbClr val="236E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477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9-11-29T08:29:36.240" idx="3">
    <p:pos x="7680" y="5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23662-031C-46C0-B7FE-293F83B7F9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FD2D7E-F298-4511-828B-C0FDFF9880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AF1230-81FF-4DA5-90DB-EA027E899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E2BB40-A411-4793-B811-4F14CD60E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0EDD5-B9D0-421D-BCBF-3A0E75C19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336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771AA-FDE4-4FB4-B5DE-DA8DE331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0ADA-002A-4940-8654-2D861EABC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9DE33F-A5B0-4E20-94CA-9460E114C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C331A-76EC-41FB-B4CC-0E42209A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D9D2D1-2A2A-4BF0-8F44-82BD63EAE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7145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84656-227F-4F4D-8E8D-4734CA7B3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FA6855-DA2F-4C3C-8866-2231BDE97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ADE993-3EA2-4725-B247-1400447A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05499-58AD-4162-BACE-0E46978340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36932-A805-46ED-943E-74BB47B5C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66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E3E9E-20E5-4601-AD12-253F67861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7308E-E6AE-4996-86E4-AD088D068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08641-DFBF-4D1E-A501-09D20B152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8B0F2-C92D-435C-AB9D-10721816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F1E4C-CFC5-4E8D-84F2-F2177BC5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25C5CB-C69D-4B5B-9A73-77937B597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51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AAF1-6CC3-4C7A-9A90-E9605F2FA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90446-11F7-4DCF-9801-CAB3E12A74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28EBB5-B7AC-4890-90D7-58F2FDD82C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F6CA12-F51B-4DC6-B4EE-295C3C7084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6B4FF0-7FAD-49B4-836F-25EF5ADB27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7370D2-D0F7-443A-8353-BCF72A87EB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6949C6-E7A8-4019-9C77-4D7EC9671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98C90A-3293-4FB4-A3DB-EFB5B82B1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798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C5F21-EF97-4048-BABA-9ABB143B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64457E-1F90-4BA3-83A8-A98B8CBB8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489F42-E779-42E7-A671-8D4B0EF2D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E5855D-D320-407E-BC83-04F8901C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273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14C7A1-9892-48F1-B587-4135B274B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C8804D-EB8A-4B31-858F-10A23E7D4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59F5E3-DC79-440C-BBF7-FE0E307C0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41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BE76-9FB8-4A61-B2C4-EDF0DAB40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263CE-2D48-45B9-88EB-ADEFAB6EC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B8F61B-6E15-4ED7-B071-3C9FB10400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90875F-EC71-406C-9491-A43961430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7EFBDB-3B38-4CD8-A037-A8BF0A1F1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E920DF-A6B9-4000-8003-C69D65DE8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5639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C5AA4-D13D-40AF-826A-2D9F1C81AE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88CC331-2A51-47B5-9C37-F3F9C36E7D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EBDF45-DC21-4C8B-AFC6-01D5AFD2A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02B33E-5D52-4707-AB20-EA043272CA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0AF9A-CE8D-437A-B33D-551212C177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2391A-256E-4A2B-A892-68E23A7AE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0758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98F4A-0EE9-4EB0-9943-D992D3B5E9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7FD5C-8B01-4E95-A691-38CFF74284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00AEB7-521E-42EE-A77C-0C77E4279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82324-1E47-45AB-B9C2-0CE1A7D5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8AEB-79A7-4D63-BF65-7712A31A7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02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EB63DFE-FF21-4A99-831C-EEFC80190C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85AA5A-D62A-4898-9876-8FAB84FB1E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971E-2AAC-4419-B4F8-9AB8B1D4F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AA08DE-5C0D-4462-AE04-E994EF229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A1FEC-31F9-4DC1-91DA-02C4842CD9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075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C25CD2F-D64F-4610-9332-613B1392F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269B0B-29F7-428E-AA15-5B9436064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1AA1A-BE14-46CF-B009-57C6E81369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40165-4BFC-49C4-B80F-7D5F8D0C9BE3}" type="datetimeFigureOut">
              <a:rPr lang="en-US" smtClean="0"/>
              <a:t>6/24/2020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90CEEA-4044-4CD9-84DD-C305D30FB9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0DD5A-B5AE-41BF-AD41-AD44A41099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FAA299-BBC7-410C-9E40-6E45E19ADD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62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Graphic 22">
            <a:extLst>
              <a:ext uri="{FF2B5EF4-FFF2-40B4-BE49-F238E27FC236}">
                <a16:creationId xmlns:a16="http://schemas.microsoft.com/office/drawing/2014/main" id="{488636A1-E4BF-4960-B74E-0E885F556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-1997375" y="8725"/>
            <a:ext cx="14189374" cy="68581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822211-FF1C-415D-8511-386D5AC9EC2A}"/>
              </a:ext>
            </a:extLst>
          </p:cNvPr>
          <p:cNvSpPr txBox="1"/>
          <p:nvPr/>
        </p:nvSpPr>
        <p:spPr>
          <a:xfrm>
            <a:off x="393107" y="4271197"/>
            <a:ext cx="68793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Gilroy ExtraBold" panose="00000900000000000000" pitchFamily="50" charset="0"/>
              </a:rPr>
              <a:t>IMPLEMENTASI FRAMEWORK CODEIGNITER 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Gilroy ExtraBold" panose="00000900000000000000" pitchFamily="50" charset="0"/>
            </a:endParaRPr>
          </a:p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Gilroy ExtraBold" panose="00000900000000000000" pitchFamily="50" charset="0"/>
              </a:rPr>
              <a:t>PADA SISTEM INFORMASI MANAJEMEN </a:t>
            </a:r>
          </a:p>
          <a:p>
            <a:r>
              <a:rPr lang="en-US" sz="2400" b="1" dirty="0">
                <a:solidFill>
                  <a:schemeClr val="tx2">
                    <a:lumMod val="75000"/>
                  </a:schemeClr>
                </a:solidFill>
                <a:latin typeface="Gilroy ExtraBold" panose="00000900000000000000" pitchFamily="50" charset="0"/>
              </a:rPr>
              <a:t>SEKAA TERUNA TERUNI YOWANA TAPA YOGA</a:t>
            </a:r>
            <a:endParaRPr lang="en-US" sz="2400" dirty="0">
              <a:solidFill>
                <a:schemeClr val="tx2">
                  <a:lumMod val="75000"/>
                </a:schemeClr>
              </a:solidFill>
              <a:latin typeface="Gilroy ExtraBold" panose="00000900000000000000" pitchFamily="50" charset="0"/>
            </a:endParaRPr>
          </a:p>
          <a:p>
            <a:endParaRPr lang="en-US" sz="2400" dirty="0">
              <a:solidFill>
                <a:schemeClr val="tx2">
                  <a:lumMod val="75000"/>
                </a:schemeClr>
              </a:solidFill>
              <a:latin typeface="Gilroy ExtraBold" panose="00000900000000000000" pitchFamily="50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B2933D-527C-424D-911B-3E4052F7C8B5}"/>
              </a:ext>
            </a:extLst>
          </p:cNvPr>
          <p:cNvSpPr txBox="1"/>
          <p:nvPr/>
        </p:nvSpPr>
        <p:spPr>
          <a:xfrm>
            <a:off x="393107" y="5571568"/>
            <a:ext cx="37433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3872F"/>
                </a:solidFill>
                <a:latin typeface="Gilroy Light" panose="00000400000000000000" pitchFamily="50" charset="0"/>
              </a:rPr>
              <a:t>I MADE SUTEJA KAWINANGA  (160030154)</a:t>
            </a:r>
            <a:endParaRPr lang="en-US" sz="1400" dirty="0">
              <a:solidFill>
                <a:srgbClr val="F3872F"/>
              </a:solidFill>
              <a:latin typeface="Gilroy Light" panose="00000400000000000000" pitchFamily="50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C9E263-FF34-43E8-A5AB-BA94E778FDC5}"/>
              </a:ext>
            </a:extLst>
          </p:cNvPr>
          <p:cNvSpPr txBox="1"/>
          <p:nvPr/>
        </p:nvSpPr>
        <p:spPr>
          <a:xfrm>
            <a:off x="393107" y="5770632"/>
            <a:ext cx="2964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rgbClr val="F3872F"/>
                </a:solidFill>
                <a:latin typeface="Gilroy Light" panose="00000400000000000000" pitchFamily="50" charset="0"/>
              </a:rPr>
              <a:t>STARTA 1 (S1) SISTEM INFORMASI</a:t>
            </a:r>
            <a:endParaRPr lang="en-US" sz="1400" dirty="0">
              <a:solidFill>
                <a:srgbClr val="F3872F"/>
              </a:solidFill>
              <a:latin typeface="Gilroy Light" panose="00000400000000000000" pitchFamily="50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8849365-2E86-4552-A04F-7F52050317B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558" y="78316"/>
            <a:ext cx="1243247" cy="1555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4772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5D8057-C932-4CAA-9787-6700658BCDFC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31423" y="254792"/>
            <a:ext cx="1409872" cy="1424381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6BB33B76-8837-48AA-AEBC-5725B4EF41C9}"/>
              </a:ext>
            </a:extLst>
          </p:cNvPr>
          <p:cNvSpPr/>
          <p:nvPr/>
        </p:nvSpPr>
        <p:spPr>
          <a:xfrm>
            <a:off x="3973498" y="2697162"/>
            <a:ext cx="1693062" cy="1693062"/>
          </a:xfrm>
          <a:prstGeom prst="ellipse">
            <a:avLst/>
          </a:prstGeom>
          <a:noFill/>
          <a:ln w="76200">
            <a:gradFill>
              <a:gsLst>
                <a:gs pos="0">
                  <a:srgbClr val="9DADF1"/>
                </a:gs>
                <a:gs pos="100000">
                  <a:srgbClr val="0070C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7DF7E0-48E0-41A3-979D-93C04EB219F8}"/>
              </a:ext>
            </a:extLst>
          </p:cNvPr>
          <p:cNvSpPr txBox="1"/>
          <p:nvPr/>
        </p:nvSpPr>
        <p:spPr>
          <a:xfrm>
            <a:off x="1374739" y="474126"/>
            <a:ext cx="29610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Montserrat Black" panose="00000A00000000000000" pitchFamily="2" charset="0"/>
              </a:rPr>
              <a:t>LATAR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61A475-7337-4D18-AF2B-431B0BF3E683}"/>
              </a:ext>
            </a:extLst>
          </p:cNvPr>
          <p:cNvSpPr txBox="1"/>
          <p:nvPr/>
        </p:nvSpPr>
        <p:spPr>
          <a:xfrm>
            <a:off x="1374739" y="981958"/>
            <a:ext cx="39608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>
                <a:solidFill>
                  <a:schemeClr val="accent1">
                    <a:lumMod val="50000"/>
                  </a:schemeClr>
                </a:solidFill>
                <a:latin typeface="Montserrat Black" panose="00000A00000000000000" pitchFamily="2" charset="0"/>
              </a:rPr>
              <a:t>BELAKANG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4A70B4B-804B-4760-B5D0-FD833DDFB9EF}"/>
              </a:ext>
            </a:extLst>
          </p:cNvPr>
          <p:cNvSpPr/>
          <p:nvPr/>
        </p:nvSpPr>
        <p:spPr>
          <a:xfrm>
            <a:off x="1541483" y="2697162"/>
            <a:ext cx="1693062" cy="1693062"/>
          </a:xfrm>
          <a:prstGeom prst="ellipse">
            <a:avLst/>
          </a:prstGeom>
          <a:noFill/>
          <a:ln w="76200">
            <a:gradFill>
              <a:gsLst>
                <a:gs pos="0">
                  <a:srgbClr val="9DADF1"/>
                </a:gs>
                <a:gs pos="100000">
                  <a:srgbClr val="0070C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AEE2E67-4C74-4650-809F-95A42696C992}"/>
              </a:ext>
            </a:extLst>
          </p:cNvPr>
          <p:cNvSpPr/>
          <p:nvPr/>
        </p:nvSpPr>
        <p:spPr>
          <a:xfrm>
            <a:off x="6407085" y="2697162"/>
            <a:ext cx="1693062" cy="1693062"/>
          </a:xfrm>
          <a:prstGeom prst="ellipse">
            <a:avLst/>
          </a:prstGeom>
          <a:noFill/>
          <a:ln w="76200">
            <a:gradFill>
              <a:gsLst>
                <a:gs pos="0">
                  <a:srgbClr val="9DADF1"/>
                </a:gs>
                <a:gs pos="100000">
                  <a:srgbClr val="0070C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15A8ECC0-6656-41D3-9941-784A5F8BD4E1}"/>
              </a:ext>
            </a:extLst>
          </p:cNvPr>
          <p:cNvSpPr/>
          <p:nvPr/>
        </p:nvSpPr>
        <p:spPr>
          <a:xfrm>
            <a:off x="8840672" y="2697162"/>
            <a:ext cx="1693062" cy="1693062"/>
          </a:xfrm>
          <a:prstGeom prst="ellipse">
            <a:avLst/>
          </a:prstGeom>
          <a:noFill/>
          <a:ln w="76200">
            <a:gradFill>
              <a:gsLst>
                <a:gs pos="0">
                  <a:srgbClr val="9DADF1"/>
                </a:gs>
                <a:gs pos="100000">
                  <a:srgbClr val="0070C0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40332EF-F48F-4808-AF80-39CF50A5AC6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359" y="2908273"/>
            <a:ext cx="1267486" cy="126748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C9710D1-3880-4D01-8D24-DBE5C2FFBF2C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291" y="2958284"/>
            <a:ext cx="1217475" cy="12174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D26BA5F-9267-495F-BABF-2A3B9DAD20E8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951" y="2862430"/>
            <a:ext cx="1313329" cy="131332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9DAE80D-E73E-470B-A280-AB291F3030B3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76297" y="2958284"/>
            <a:ext cx="1272344" cy="1272344"/>
          </a:xfrm>
          <a:prstGeom prst="rect">
            <a:avLst/>
          </a:prstGeom>
        </p:spPr>
      </p:pic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E96F137C-E4A3-4FC6-A40D-5915110FCA5F}"/>
              </a:ext>
            </a:extLst>
          </p:cNvPr>
          <p:cNvSpPr/>
          <p:nvPr/>
        </p:nvSpPr>
        <p:spPr>
          <a:xfrm>
            <a:off x="9659389" y="1316"/>
            <a:ext cx="2532610" cy="2237579"/>
          </a:xfrm>
          <a:custGeom>
            <a:avLst/>
            <a:gdLst>
              <a:gd name="connsiteX0" fmla="*/ 9661 w 3351328"/>
              <a:gd name="connsiteY0" fmla="*/ 0 h 2862430"/>
              <a:gd name="connsiteX1" fmla="*/ 3351328 w 3351328"/>
              <a:gd name="connsiteY1" fmla="*/ 0 h 2862430"/>
              <a:gd name="connsiteX2" fmla="*/ 3351328 w 3351328"/>
              <a:gd name="connsiteY2" fmla="*/ 2771676 h 2862430"/>
              <a:gd name="connsiteX3" fmla="*/ 3209427 w 3351328"/>
              <a:gd name="connsiteY3" fmla="*/ 2808163 h 2862430"/>
              <a:gd name="connsiteX4" fmla="*/ 2671106 w 3351328"/>
              <a:gd name="connsiteY4" fmla="*/ 2862430 h 2862430"/>
              <a:gd name="connsiteX5" fmla="*/ 0 w 3351328"/>
              <a:gd name="connsiteY5" fmla="*/ 191324 h 28624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51328" h="2862430">
                <a:moveTo>
                  <a:pt x="9661" y="0"/>
                </a:moveTo>
                <a:lnTo>
                  <a:pt x="3351328" y="0"/>
                </a:lnTo>
                <a:lnTo>
                  <a:pt x="3351328" y="2771676"/>
                </a:lnTo>
                <a:lnTo>
                  <a:pt x="3209427" y="2808163"/>
                </a:lnTo>
                <a:cubicBezTo>
                  <a:pt x="3035545" y="2843744"/>
                  <a:pt x="2855507" y="2862430"/>
                  <a:pt x="2671106" y="2862430"/>
                </a:cubicBezTo>
                <a:cubicBezTo>
                  <a:pt x="1195895" y="2862430"/>
                  <a:pt x="0" y="1666535"/>
                  <a:pt x="0" y="191324"/>
                </a:cubicBezTo>
                <a:close/>
              </a:path>
            </a:pathLst>
          </a:custGeom>
          <a:solidFill>
            <a:srgbClr val="8FAADC">
              <a:alpha val="2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829321DC-C0B2-4BAC-BE06-9B451860D5D4}"/>
              </a:ext>
            </a:extLst>
          </p:cNvPr>
          <p:cNvSpPr/>
          <p:nvPr/>
        </p:nvSpPr>
        <p:spPr>
          <a:xfrm>
            <a:off x="0" y="6346930"/>
            <a:ext cx="12192000" cy="50945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3373F4-E399-476C-B634-CB4F059C8BD7}"/>
              </a:ext>
            </a:extLst>
          </p:cNvPr>
          <p:cNvSpPr txBox="1"/>
          <p:nvPr/>
        </p:nvSpPr>
        <p:spPr>
          <a:xfrm>
            <a:off x="1351512" y="4601335"/>
            <a:ext cx="207300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 ExtraBold" panose="00000900000000000000" pitchFamily="2" charset="0"/>
              </a:rPr>
              <a:t>PROSES SAAT INI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FA57F4D-8ECF-4F3F-AAAF-A26BE61F1C5B}"/>
              </a:ext>
            </a:extLst>
          </p:cNvPr>
          <p:cNvSpPr txBox="1"/>
          <p:nvPr/>
        </p:nvSpPr>
        <p:spPr>
          <a:xfrm>
            <a:off x="3791541" y="4601335"/>
            <a:ext cx="205697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 ExtraBold" panose="00000900000000000000" pitchFamily="2" charset="0"/>
              </a:rPr>
              <a:t>PERMASALAHAN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B318F3F-B1DA-4C83-98B9-8F9D05088DB4}"/>
              </a:ext>
            </a:extLst>
          </p:cNvPr>
          <p:cNvSpPr txBox="1"/>
          <p:nvPr/>
        </p:nvSpPr>
        <p:spPr>
          <a:xfrm>
            <a:off x="6763737" y="4601335"/>
            <a:ext cx="9797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 ExtraBold" panose="00000900000000000000" pitchFamily="2" charset="0"/>
              </a:rPr>
              <a:t>SOLUSI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B12F03-C8AE-4F49-BF27-A8BC2AE086DC}"/>
              </a:ext>
            </a:extLst>
          </p:cNvPr>
          <p:cNvSpPr txBox="1"/>
          <p:nvPr/>
        </p:nvSpPr>
        <p:spPr>
          <a:xfrm>
            <a:off x="8887945" y="4601335"/>
            <a:ext cx="15985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Montserrat ExtraBold" panose="00000900000000000000" pitchFamily="2" charset="0"/>
              </a:rPr>
              <a:t>ALAT BANTU</a:t>
            </a:r>
          </a:p>
        </p:txBody>
      </p:sp>
    </p:spTree>
    <p:extLst>
      <p:ext uri="{BB962C8B-B14F-4D97-AF65-F5344CB8AC3E}">
        <p14:creationId xmlns:p14="http://schemas.microsoft.com/office/powerpoint/2010/main" val="4077764390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AA1AFE4-5B2F-42DF-9E9E-2434D62AF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5977" y="0"/>
            <a:ext cx="6096000" cy="6858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1B03379-D970-44B8-AC0F-A8F6E8E39926}"/>
              </a:ext>
            </a:extLst>
          </p:cNvPr>
          <p:cNvSpPr txBox="1"/>
          <p:nvPr/>
        </p:nvSpPr>
        <p:spPr>
          <a:xfrm>
            <a:off x="265611" y="683132"/>
            <a:ext cx="5953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Montserrat Black" panose="00000A00000000000000" pitchFamily="2" charset="0"/>
              </a:rPr>
              <a:t>RUMUSAN MASALAH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25C2409-5869-4965-80EA-0A29ABE09870}"/>
              </a:ext>
            </a:extLst>
          </p:cNvPr>
          <p:cNvSpPr txBox="1"/>
          <p:nvPr/>
        </p:nvSpPr>
        <p:spPr>
          <a:xfrm>
            <a:off x="265608" y="3549616"/>
            <a:ext cx="59535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accent1">
                    <a:lumMod val="50000"/>
                  </a:schemeClr>
                </a:solidFill>
                <a:latin typeface="Montserrat Black" panose="00000A00000000000000" pitchFamily="2" charset="0"/>
              </a:rPr>
              <a:t>TUJUAN PENELITIAN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D63537-8149-4E14-A186-5D20921ECD98}"/>
              </a:ext>
            </a:extLst>
          </p:cNvPr>
          <p:cNvSpPr txBox="1"/>
          <p:nvPr/>
        </p:nvSpPr>
        <p:spPr>
          <a:xfrm>
            <a:off x="265608" y="1457237"/>
            <a:ext cx="6095999" cy="1527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Rumusan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masalah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dari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penelitian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ini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adalah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bagaimana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mengimplementasikan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Framework CodeIgnite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r pada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Sistem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Informasi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Manajemen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Sekaa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Teruna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Teruni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Yowana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Tapa Yoga?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F00BE51-3736-45E0-BCCF-5D56DC6F9222}"/>
              </a:ext>
            </a:extLst>
          </p:cNvPr>
          <p:cNvSpPr txBox="1"/>
          <p:nvPr/>
        </p:nvSpPr>
        <p:spPr>
          <a:xfrm>
            <a:off x="265608" y="4326711"/>
            <a:ext cx="6095999" cy="15279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Tujuan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dari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penelitian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ini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adalah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untuk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mengimplementasikan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b="1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Framework CodeIgniter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pada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Sistem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Informasi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Manajemen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Sekaa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Teruna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Teruni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Yowana</a:t>
            </a:r>
            <a:r>
              <a:rPr lang="en-US" sz="1600" dirty="0">
                <a:solidFill>
                  <a:schemeClr val="bg2">
                    <a:lumMod val="50000"/>
                  </a:schemeClr>
                </a:solidFill>
                <a:latin typeface="Montserrat Medium" panose="00000600000000000000" pitchFamily="2" charset="0"/>
              </a:rPr>
              <a:t> Tapa Yoga.</a:t>
            </a:r>
          </a:p>
        </p:txBody>
      </p:sp>
    </p:spTree>
    <p:extLst>
      <p:ext uri="{BB962C8B-B14F-4D97-AF65-F5344CB8AC3E}">
        <p14:creationId xmlns:p14="http://schemas.microsoft.com/office/powerpoint/2010/main" val="46171129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0853628-7B5B-4662-9684-1CD1871D2683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blipFill dpi="0" rotWithShape="1">
            <a:blip r:embed="rId2">
              <a:alphaModFix amt="30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CCB200-6D5D-4873-9AC5-77779CFA1F7D}"/>
              </a:ext>
            </a:extLst>
          </p:cNvPr>
          <p:cNvSpPr txBox="1"/>
          <p:nvPr/>
        </p:nvSpPr>
        <p:spPr>
          <a:xfrm>
            <a:off x="539932" y="526378"/>
            <a:ext cx="467214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Montserrat Black" panose="00000A00000000000000" pitchFamily="2" charset="0"/>
              </a:rPr>
              <a:t>MANFAAT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Montserrat Black" panose="00000A00000000000000" pitchFamily="2" charset="0"/>
              </a:rPr>
              <a:t>PENELITIAN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2D2906-966B-4AC2-997D-ECAC06BBA265}"/>
              </a:ext>
            </a:extLst>
          </p:cNvPr>
          <p:cNvSpPr txBox="1"/>
          <p:nvPr/>
        </p:nvSpPr>
        <p:spPr>
          <a:xfrm>
            <a:off x="539932" y="2148040"/>
            <a:ext cx="7826181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Montserrat Medium" panose="00000600000000000000" pitchFamily="2" charset="0"/>
              </a:rPr>
              <a:t>Mempermudah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anggota</a:t>
            </a:r>
            <a:r>
              <a:rPr lang="en-US" dirty="0">
                <a:latin typeface="Montserrat Medium" panose="00000600000000000000" pitchFamily="2" charset="0"/>
              </a:rPr>
              <a:t> STT </a:t>
            </a:r>
            <a:r>
              <a:rPr lang="en-US" dirty="0" err="1">
                <a:latin typeface="Montserrat Medium" panose="00000600000000000000" pitchFamily="2" charset="0"/>
              </a:rPr>
              <a:t>untuk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mendapatkan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informasi</a:t>
            </a:r>
            <a:r>
              <a:rPr lang="en-US" dirty="0">
                <a:latin typeface="Montserrat Medium" panose="000006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>
                <a:latin typeface="Montserrat Medium" panose="00000600000000000000" pitchFamily="2" charset="0"/>
              </a:rPr>
              <a:t>Mempermudah</a:t>
            </a:r>
            <a:r>
              <a:rPr lang="en-US" dirty="0" smtClean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pengurus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dalam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melakukan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absensi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anggota</a:t>
            </a:r>
            <a:r>
              <a:rPr lang="en-US" dirty="0">
                <a:latin typeface="Montserrat Medium" panose="000006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Montserrat Medium" panose="00000600000000000000" pitchFamily="2" charset="0"/>
              </a:rPr>
              <a:t>Mempermudah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 smtClean="0">
                <a:latin typeface="Montserrat Medium" panose="00000600000000000000" pitchFamily="2" charset="0"/>
              </a:rPr>
              <a:t>pengurus</a:t>
            </a:r>
            <a:r>
              <a:rPr lang="en-US" dirty="0" smtClean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dalam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mengolah</a:t>
            </a:r>
            <a:r>
              <a:rPr lang="en-US" dirty="0">
                <a:latin typeface="Montserrat Medium" panose="00000600000000000000" pitchFamily="2" charset="0"/>
              </a:rPr>
              <a:t> data </a:t>
            </a:r>
            <a:r>
              <a:rPr lang="en-US" dirty="0" err="1" smtClean="0">
                <a:latin typeface="Montserrat Medium" panose="00000600000000000000" pitchFamily="2" charset="0"/>
              </a:rPr>
              <a:t>kas</a:t>
            </a:r>
            <a:r>
              <a:rPr lang="en-US" dirty="0" smtClean="0">
                <a:latin typeface="Montserrat Medium" panose="00000600000000000000" pitchFamily="2" charset="0"/>
              </a:rPr>
              <a:t>.</a:t>
            </a:r>
            <a:endParaRPr lang="en-US" dirty="0">
              <a:latin typeface="Montserrat Medium" panose="00000600000000000000" pitchFamily="2" charset="0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Montserrat Medium" panose="00000600000000000000" pitchFamily="2" charset="0"/>
              </a:rPr>
              <a:t>Mempermudah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 smtClean="0">
                <a:latin typeface="Montserrat Medium" panose="00000600000000000000" pitchFamily="2" charset="0"/>
              </a:rPr>
              <a:t>pengurus</a:t>
            </a:r>
            <a:r>
              <a:rPr lang="en-US" dirty="0" smtClean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dalam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mengolah</a:t>
            </a:r>
            <a:r>
              <a:rPr lang="en-US" dirty="0">
                <a:latin typeface="Montserrat Medium" panose="00000600000000000000" pitchFamily="2" charset="0"/>
              </a:rPr>
              <a:t> data </a:t>
            </a:r>
            <a:r>
              <a:rPr lang="en-US" dirty="0" err="1">
                <a:latin typeface="Montserrat Medium" panose="00000600000000000000" pitchFamily="2" charset="0"/>
              </a:rPr>
              <a:t>anggota</a:t>
            </a:r>
            <a:r>
              <a:rPr lang="en-US" dirty="0">
                <a:latin typeface="Montserrat Medium" panose="00000600000000000000" pitchFamily="2" charset="0"/>
              </a:rPr>
              <a:t> STT.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 smtClean="0">
                <a:latin typeface="Montserrat Medium" panose="00000600000000000000" pitchFamily="2" charset="0"/>
              </a:rPr>
              <a:t>Dapat</a:t>
            </a:r>
            <a:r>
              <a:rPr lang="en-US" dirty="0" smtClean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meningkatkan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efektivitas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kerja</a:t>
            </a:r>
            <a:r>
              <a:rPr lang="en-US" dirty="0">
                <a:latin typeface="Montserrat Medium" panose="00000600000000000000" pitchFamily="2" charset="0"/>
              </a:rPr>
              <a:t>, </a:t>
            </a:r>
            <a:r>
              <a:rPr lang="en-US" dirty="0" err="1">
                <a:latin typeface="Montserrat Medium" panose="00000600000000000000" pitchFamily="2" charset="0"/>
              </a:rPr>
              <a:t>tenaga</a:t>
            </a:r>
            <a:r>
              <a:rPr lang="en-US" dirty="0">
                <a:latin typeface="Montserrat Medium" panose="00000600000000000000" pitchFamily="2" charset="0"/>
              </a:rPr>
              <a:t>, dan </a:t>
            </a:r>
            <a:r>
              <a:rPr lang="en-US" dirty="0" err="1">
                <a:latin typeface="Montserrat Medium" panose="00000600000000000000" pitchFamily="2" charset="0"/>
              </a:rPr>
              <a:t>waktu</a:t>
            </a:r>
            <a:r>
              <a:rPr lang="en-US" dirty="0">
                <a:latin typeface="Montserrat Medium" panose="000006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Montserrat Medium" panose="00000600000000000000" pitchFamily="2" charset="0"/>
              </a:rPr>
              <a:t>Mengurangi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penggunaan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kertas</a:t>
            </a:r>
            <a:r>
              <a:rPr lang="en-US" dirty="0">
                <a:latin typeface="Montserrat Medium" panose="00000600000000000000" pitchFamily="2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latin typeface="Montserrat Medium" panose="00000600000000000000" pitchFamily="2" charset="0"/>
              </a:rPr>
              <a:t>Mengurangi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resiko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kehilangan</a:t>
            </a:r>
            <a:r>
              <a:rPr lang="en-US" dirty="0">
                <a:latin typeface="Montserrat Medium" panose="00000600000000000000" pitchFamily="2" charset="0"/>
              </a:rPr>
              <a:t> dan </a:t>
            </a:r>
            <a:r>
              <a:rPr lang="en-US" dirty="0" err="1">
                <a:latin typeface="Montserrat Medium" panose="00000600000000000000" pitchFamily="2" charset="0"/>
              </a:rPr>
              <a:t>kerusakan</a:t>
            </a:r>
            <a:r>
              <a:rPr lang="en-US" dirty="0">
                <a:latin typeface="Montserrat Medium" panose="00000600000000000000" pitchFamily="2" charset="0"/>
              </a:rPr>
              <a:t> </a:t>
            </a:r>
            <a:r>
              <a:rPr lang="en-US" dirty="0" err="1">
                <a:latin typeface="Montserrat Medium" panose="00000600000000000000" pitchFamily="2" charset="0"/>
              </a:rPr>
              <a:t>berkas</a:t>
            </a:r>
            <a:r>
              <a:rPr lang="en-US" dirty="0">
                <a:latin typeface="Montserrat Medium" panose="00000600000000000000" pitchFamily="2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dirty="0">
              <a:latin typeface="Montserrat Medium" panose="00000600000000000000" pitchFamily="2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B42BCB-ADD2-4906-9B21-A7075139D1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8549"/>
            <a:ext cx="12192000" cy="509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3199709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9D0218-6668-4001-BD33-6241F7B7282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38" y="1064852"/>
            <a:ext cx="10302924" cy="579314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C5F12CB-A575-49FC-9B36-FEA165FE58AE}"/>
              </a:ext>
            </a:extLst>
          </p:cNvPr>
          <p:cNvSpPr/>
          <p:nvPr/>
        </p:nvSpPr>
        <p:spPr>
          <a:xfrm>
            <a:off x="8051074" y="0"/>
            <a:ext cx="414092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510C30-2BD5-4B64-BB8D-8FC74E756DB3}"/>
              </a:ext>
            </a:extLst>
          </p:cNvPr>
          <p:cNvSpPr/>
          <p:nvPr/>
        </p:nvSpPr>
        <p:spPr>
          <a:xfrm>
            <a:off x="0" y="0"/>
            <a:ext cx="4140926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USER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DB0ACE-1826-49F3-BFCE-06E85DEF9FA1}"/>
              </a:ext>
            </a:extLst>
          </p:cNvPr>
          <p:cNvSpPr/>
          <p:nvPr/>
        </p:nvSpPr>
        <p:spPr>
          <a:xfrm>
            <a:off x="4141269" y="1064852"/>
            <a:ext cx="3910148" cy="5793148"/>
          </a:xfrm>
          <a:prstGeom prst="rect">
            <a:avLst/>
          </a:prstGeom>
          <a:blipFill dpi="0" rotWithShape="1">
            <a:blip r:embed="rId3">
              <a:alphaModFix amt="47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89DF86C-9341-40A2-9F7B-62F2E3BD7C87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0067" y="956118"/>
            <a:ext cx="1020792" cy="102079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BA5BA013-5F7E-4F1B-9384-8726D2939AB1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570" y="4032439"/>
            <a:ext cx="804310" cy="8043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054E4BB-8D80-410F-8A97-80E37660B0F2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11141" y="956118"/>
            <a:ext cx="1020792" cy="10207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D2BBA47-39FD-48DF-8C80-1CD0B3133AFC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23120" y="3927936"/>
            <a:ext cx="908813" cy="90881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22039539-8062-4126-AB6E-7D916CEE7CE2}"/>
              </a:ext>
            </a:extLst>
          </p:cNvPr>
          <p:cNvSpPr txBox="1"/>
          <p:nvPr/>
        </p:nvSpPr>
        <p:spPr>
          <a:xfrm>
            <a:off x="1268480" y="1976910"/>
            <a:ext cx="1600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ExtraBold" panose="00000900000000000000" pitchFamily="2" charset="0"/>
              </a:rPr>
              <a:t>PENGGUNA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F6505A-C65C-4CD5-A43E-ADAAE5D3E09E}"/>
              </a:ext>
            </a:extLst>
          </p:cNvPr>
          <p:cNvSpPr txBox="1"/>
          <p:nvPr/>
        </p:nvSpPr>
        <p:spPr>
          <a:xfrm>
            <a:off x="1207457" y="4879595"/>
            <a:ext cx="1723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ExtraBold" panose="00000900000000000000" pitchFamily="2" charset="0"/>
              </a:rPr>
              <a:t>FITUR-FITUR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0D536B-BC39-4244-B266-84A01E48ED2C}"/>
              </a:ext>
            </a:extLst>
          </p:cNvPr>
          <p:cNvSpPr txBox="1"/>
          <p:nvPr/>
        </p:nvSpPr>
        <p:spPr>
          <a:xfrm>
            <a:off x="8930345" y="1976910"/>
            <a:ext cx="23823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ExtraBold" panose="00000900000000000000" pitchFamily="2" charset="0"/>
              </a:rPr>
              <a:t>METODE &amp; TOOLS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9E94A0-7BB4-45ED-8592-E63FCD752187}"/>
              </a:ext>
            </a:extLst>
          </p:cNvPr>
          <p:cNvSpPr txBox="1"/>
          <p:nvPr/>
        </p:nvSpPr>
        <p:spPr>
          <a:xfrm>
            <a:off x="9364253" y="4906953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Montserrat ExtraBold" panose="00000900000000000000" pitchFamily="2" charset="0"/>
              </a:rPr>
              <a:t>PENGUJIAN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BBE44B3-549E-4C09-BCB0-8DBD7717EAC5}"/>
              </a:ext>
            </a:extLst>
          </p:cNvPr>
          <p:cNvSpPr txBox="1"/>
          <p:nvPr/>
        </p:nvSpPr>
        <p:spPr>
          <a:xfrm>
            <a:off x="407372" y="2412926"/>
            <a:ext cx="3348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latin typeface="Montserrat Medium" panose="00000600000000000000" pitchFamily="2" charset="0"/>
              </a:rPr>
              <a:t>Pengurus</a:t>
            </a:r>
            <a:r>
              <a:rPr lang="en-US" sz="1400" dirty="0" smtClean="0">
                <a:latin typeface="Montserrat Medium" panose="00000600000000000000" pitchFamily="2" charset="0"/>
              </a:rPr>
              <a:t> </a:t>
            </a:r>
            <a:r>
              <a:rPr lang="en-US" sz="1400" dirty="0" err="1" smtClean="0">
                <a:latin typeface="Montserrat Medium" panose="00000600000000000000" pitchFamily="2" charset="0"/>
              </a:rPr>
              <a:t>dan</a:t>
            </a:r>
            <a:r>
              <a:rPr lang="en-US" sz="1400" dirty="0" smtClean="0">
                <a:latin typeface="Montserrat Medium" panose="00000600000000000000" pitchFamily="2" charset="0"/>
              </a:rPr>
              <a:t> </a:t>
            </a:r>
            <a:r>
              <a:rPr lang="en-US" sz="1400" dirty="0" err="1" smtClean="0">
                <a:latin typeface="Montserrat Medium" panose="00000600000000000000" pitchFamily="2" charset="0"/>
              </a:rPr>
              <a:t>Anggota</a:t>
            </a:r>
            <a:endParaRPr lang="en-US" sz="1400" dirty="0">
              <a:latin typeface="Montserrat Medium" panose="00000600000000000000" pitchFamily="2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6546021-DD99-4423-90CA-AA137E06077D}"/>
              </a:ext>
            </a:extLst>
          </p:cNvPr>
          <p:cNvSpPr txBox="1"/>
          <p:nvPr/>
        </p:nvSpPr>
        <p:spPr>
          <a:xfrm>
            <a:off x="392502" y="5276285"/>
            <a:ext cx="3348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 smtClean="0">
                <a:latin typeface="Montserrat Medium" panose="00000600000000000000" pitchFamily="2" charset="0"/>
              </a:rPr>
              <a:t>Absensi</a:t>
            </a:r>
            <a:r>
              <a:rPr lang="en-US" sz="1400" dirty="0" smtClean="0">
                <a:latin typeface="Montserrat Medium" panose="00000600000000000000" pitchFamily="2" charset="0"/>
              </a:rPr>
              <a:t> </a:t>
            </a:r>
            <a:r>
              <a:rPr lang="en-US" sz="1400" dirty="0" err="1">
                <a:latin typeface="Montserrat Medium" panose="00000600000000000000" pitchFamily="2" charset="0"/>
              </a:rPr>
              <a:t>K</a:t>
            </a:r>
            <a:r>
              <a:rPr lang="en-US" sz="1400" dirty="0" err="1" smtClean="0">
                <a:latin typeface="Montserrat Medium" panose="00000600000000000000" pitchFamily="2" charset="0"/>
              </a:rPr>
              <a:t>egiatan</a:t>
            </a:r>
            <a:r>
              <a:rPr lang="en-US" sz="1400" dirty="0" smtClean="0">
                <a:latin typeface="Montserrat Medium" panose="00000600000000000000" pitchFamily="2" charset="0"/>
              </a:rPr>
              <a:t>, </a:t>
            </a:r>
            <a:r>
              <a:rPr lang="en-US" sz="1400" dirty="0" err="1" smtClean="0">
                <a:latin typeface="Montserrat Medium" panose="00000600000000000000" pitchFamily="2" charset="0"/>
              </a:rPr>
              <a:t>Kelola</a:t>
            </a:r>
            <a:r>
              <a:rPr lang="en-US" sz="1400" dirty="0">
                <a:latin typeface="Montserrat Medium" panose="00000600000000000000" pitchFamily="2" charset="0"/>
              </a:rPr>
              <a:t> </a:t>
            </a:r>
            <a:r>
              <a:rPr lang="en-US" sz="1400" dirty="0" smtClean="0">
                <a:latin typeface="Montserrat Medium" panose="00000600000000000000" pitchFamily="2" charset="0"/>
              </a:rPr>
              <a:t>Data </a:t>
            </a:r>
            <a:r>
              <a:rPr lang="en-US" sz="1400" dirty="0" err="1" smtClean="0">
                <a:latin typeface="Montserrat Medium" panose="00000600000000000000" pitchFamily="2" charset="0"/>
              </a:rPr>
              <a:t>Kas</a:t>
            </a:r>
            <a:endParaRPr lang="en-US" sz="1400" dirty="0">
              <a:latin typeface="Montserrat Medium" panose="00000600000000000000" pitchFamily="2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210C39F-A989-49EB-80BD-D45751801247}"/>
              </a:ext>
            </a:extLst>
          </p:cNvPr>
          <p:cNvSpPr txBox="1"/>
          <p:nvPr/>
        </p:nvSpPr>
        <p:spPr>
          <a:xfrm>
            <a:off x="8371286" y="2346242"/>
            <a:ext cx="3348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latin typeface="Montserrat Medium" panose="00000600000000000000" pitchFamily="2" charset="0"/>
              </a:rPr>
              <a:t>Framework CI, </a:t>
            </a:r>
            <a:r>
              <a:rPr lang="en-US" sz="1400" dirty="0" err="1" smtClean="0">
                <a:latin typeface="Montserrat Medium" panose="00000600000000000000" pitchFamily="2" charset="0"/>
              </a:rPr>
              <a:t>MariaDB</a:t>
            </a:r>
            <a:r>
              <a:rPr lang="en-US" sz="1400" dirty="0" smtClean="0">
                <a:latin typeface="Montserrat Medium" panose="00000600000000000000" pitchFamily="2" charset="0"/>
              </a:rPr>
              <a:t>, </a:t>
            </a:r>
            <a:r>
              <a:rPr lang="en-US" sz="1400" dirty="0">
                <a:latin typeface="Montserrat Medium" panose="00000600000000000000" pitchFamily="2" charset="0"/>
              </a:rPr>
              <a:t>Data Flow Diagram(DFD), Entity Relationship Diagram(ERD)</a:t>
            </a:r>
            <a:r>
              <a:rPr lang="en-US" sz="1400" b="1" dirty="0">
                <a:latin typeface="Montserrat Medium" panose="00000600000000000000" pitchFamily="2" charset="0"/>
              </a:rPr>
              <a:t>.</a:t>
            </a:r>
            <a:endParaRPr lang="en-US" sz="1400" dirty="0">
              <a:latin typeface="Montserrat Medium" panose="00000600000000000000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087698F-CD50-4B9A-9A73-9EF5307B4B9B}"/>
              </a:ext>
            </a:extLst>
          </p:cNvPr>
          <p:cNvSpPr txBox="1"/>
          <p:nvPr/>
        </p:nvSpPr>
        <p:spPr>
          <a:xfrm>
            <a:off x="8510623" y="5276285"/>
            <a:ext cx="334844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latin typeface="Montserrat Medium" panose="00000600000000000000" pitchFamily="2" charset="0"/>
              </a:rPr>
              <a:t>Pengujian</a:t>
            </a:r>
            <a:r>
              <a:rPr lang="en-US" sz="1400" dirty="0">
                <a:latin typeface="Montserrat Medium" panose="00000600000000000000" pitchFamily="2" charset="0"/>
              </a:rPr>
              <a:t> </a:t>
            </a:r>
            <a:r>
              <a:rPr lang="en-US" sz="1400" dirty="0" err="1">
                <a:latin typeface="Montserrat Medium" panose="00000600000000000000" pitchFamily="2" charset="0"/>
              </a:rPr>
              <a:t>sistem</a:t>
            </a:r>
            <a:r>
              <a:rPr lang="en-US" sz="1400" dirty="0">
                <a:latin typeface="Montserrat Medium" panose="00000600000000000000" pitchFamily="2" charset="0"/>
              </a:rPr>
              <a:t> </a:t>
            </a:r>
            <a:r>
              <a:rPr lang="en-US" sz="1400" dirty="0" err="1">
                <a:latin typeface="Montserrat Medium" panose="00000600000000000000" pitchFamily="2" charset="0"/>
              </a:rPr>
              <a:t>dilakukan</a:t>
            </a:r>
            <a:r>
              <a:rPr lang="en-US" sz="1400" dirty="0">
                <a:latin typeface="Montserrat Medium" panose="00000600000000000000" pitchFamily="2" charset="0"/>
              </a:rPr>
              <a:t> </a:t>
            </a:r>
            <a:r>
              <a:rPr lang="en-US" sz="1400" dirty="0" err="1">
                <a:latin typeface="Montserrat Medium" panose="00000600000000000000" pitchFamily="2" charset="0"/>
              </a:rPr>
              <a:t>dengan</a:t>
            </a:r>
            <a:r>
              <a:rPr lang="en-US" sz="1400" dirty="0">
                <a:latin typeface="Montserrat Medium" panose="00000600000000000000" pitchFamily="2" charset="0"/>
              </a:rPr>
              <a:t> </a:t>
            </a:r>
            <a:r>
              <a:rPr lang="en-US" sz="1400" dirty="0" err="1">
                <a:latin typeface="Montserrat Medium" panose="00000600000000000000" pitchFamily="2" charset="0"/>
              </a:rPr>
              <a:t>menggunakan</a:t>
            </a:r>
            <a:r>
              <a:rPr lang="en-US" sz="1400" dirty="0">
                <a:latin typeface="Montserrat Medium" panose="00000600000000000000" pitchFamily="2" charset="0"/>
              </a:rPr>
              <a:t> </a:t>
            </a:r>
            <a:r>
              <a:rPr lang="en-US" sz="1400" dirty="0" err="1">
                <a:latin typeface="Montserrat Medium" panose="00000600000000000000" pitchFamily="2" charset="0"/>
              </a:rPr>
              <a:t>metode</a:t>
            </a:r>
            <a:r>
              <a:rPr lang="en-US" sz="1400" dirty="0">
                <a:latin typeface="Montserrat Medium" panose="00000600000000000000" pitchFamily="2" charset="0"/>
              </a:rPr>
              <a:t> </a:t>
            </a:r>
            <a:r>
              <a:rPr lang="en-US" sz="1400" dirty="0" err="1">
                <a:latin typeface="Montserrat Medium" panose="00000600000000000000" pitchFamily="2" charset="0"/>
              </a:rPr>
              <a:t>Blackbox</a:t>
            </a:r>
            <a:r>
              <a:rPr lang="en-US" sz="1400" dirty="0">
                <a:latin typeface="Montserrat Medium" panose="00000600000000000000" pitchFamily="2" charset="0"/>
              </a:rPr>
              <a:t> </a:t>
            </a:r>
            <a:r>
              <a:rPr lang="en-US" sz="1400" dirty="0" smtClean="0">
                <a:latin typeface="Montserrat Medium" panose="00000600000000000000" pitchFamily="2" charset="0"/>
              </a:rPr>
              <a:t>Testing </a:t>
            </a:r>
            <a:r>
              <a:rPr lang="en-US" sz="1400" dirty="0" err="1" smtClean="0">
                <a:latin typeface="Montserrat Medium" panose="00000600000000000000" pitchFamily="2" charset="0"/>
              </a:rPr>
              <a:t>dan</a:t>
            </a:r>
            <a:r>
              <a:rPr lang="en-US" sz="1400" dirty="0" smtClean="0">
                <a:latin typeface="Montserrat Medium" panose="00000600000000000000" pitchFamily="2" charset="0"/>
              </a:rPr>
              <a:t> </a:t>
            </a:r>
            <a:r>
              <a:rPr lang="en-US" sz="1400" dirty="0" err="1" smtClean="0">
                <a:latin typeface="Montserrat Medium" panose="00000600000000000000" pitchFamily="2" charset="0"/>
              </a:rPr>
              <a:t>Kuesioner</a:t>
            </a:r>
            <a:r>
              <a:rPr lang="en-US" sz="1400" dirty="0" smtClean="0">
                <a:latin typeface="Montserrat Medium" panose="00000600000000000000" pitchFamily="2" charset="0"/>
              </a:rPr>
              <a:t>.</a:t>
            </a:r>
            <a:endParaRPr lang="en-US" sz="1400" dirty="0">
              <a:latin typeface="Montserrat Medium" panose="00000600000000000000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C526FB4-017D-4BFD-A059-1FA4FFDC00FE}"/>
              </a:ext>
            </a:extLst>
          </p:cNvPr>
          <p:cNvSpPr txBox="1"/>
          <p:nvPr/>
        </p:nvSpPr>
        <p:spPr>
          <a:xfrm>
            <a:off x="680224" y="33016"/>
            <a:ext cx="111044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Montserrat Black" panose="00000A00000000000000" pitchFamily="2" charset="0"/>
              </a:rPr>
              <a:t>RUANG LINGKUP PENELITIAN</a:t>
            </a:r>
          </a:p>
        </p:txBody>
      </p:sp>
    </p:spTree>
    <p:extLst>
      <p:ext uri="{BB962C8B-B14F-4D97-AF65-F5344CB8AC3E}">
        <p14:creationId xmlns:p14="http://schemas.microsoft.com/office/powerpoint/2010/main" val="2228893444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27F9596-BA75-412D-B57C-1C17131A5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2525" y="0"/>
            <a:ext cx="3453514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CDAE3F-8C9A-4763-A051-83A009CBE7C9}"/>
              </a:ext>
            </a:extLst>
          </p:cNvPr>
          <p:cNvSpPr txBox="1"/>
          <p:nvPr/>
        </p:nvSpPr>
        <p:spPr>
          <a:xfrm>
            <a:off x="296991" y="427456"/>
            <a:ext cx="43528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Montserrat ExtraBold" panose="00000900000000000000" pitchFamily="2" charset="0"/>
              </a:rPr>
              <a:t>METODE</a:t>
            </a:r>
          </a:p>
          <a:p>
            <a:r>
              <a:rPr lang="en-US" sz="3600" dirty="0">
                <a:latin typeface="Montserrat ExtraBold" panose="00000900000000000000" pitchFamily="2" charset="0"/>
              </a:rPr>
              <a:t>PENELITIAN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C5CB87-75D3-4FA2-BD74-FB7C28E47840}"/>
              </a:ext>
            </a:extLst>
          </p:cNvPr>
          <p:cNvSpPr txBox="1"/>
          <p:nvPr/>
        </p:nvSpPr>
        <p:spPr>
          <a:xfrm>
            <a:off x="426676" y="1959403"/>
            <a:ext cx="25731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 ExtraBold" panose="00000900000000000000" pitchFamily="2" charset="0"/>
              </a:rPr>
              <a:t>Pengumpulan</a:t>
            </a:r>
            <a:r>
              <a:rPr lang="en-US" dirty="0">
                <a:latin typeface="Montserrat ExtraBold" panose="00000900000000000000" pitchFamily="2" charset="0"/>
              </a:rPr>
              <a:t>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C11DEF-10CF-4249-8BEE-6CD6F572F933}"/>
              </a:ext>
            </a:extLst>
          </p:cNvPr>
          <p:cNvSpPr txBox="1"/>
          <p:nvPr/>
        </p:nvSpPr>
        <p:spPr>
          <a:xfrm>
            <a:off x="1191612" y="2787082"/>
            <a:ext cx="2045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 ExtraBold" panose="00000900000000000000" pitchFamily="2" charset="0"/>
              </a:rPr>
              <a:t>Analisis</a:t>
            </a:r>
            <a:r>
              <a:rPr lang="en-US" dirty="0">
                <a:latin typeface="Montserrat ExtraBold" panose="00000900000000000000" pitchFamily="2" charset="0"/>
              </a:rPr>
              <a:t> </a:t>
            </a:r>
            <a:r>
              <a:rPr lang="en-US" dirty="0" err="1">
                <a:latin typeface="Montserrat ExtraBold" panose="00000900000000000000" pitchFamily="2" charset="0"/>
              </a:rPr>
              <a:t>Sistem</a:t>
            </a:r>
            <a:endParaRPr lang="en-US" dirty="0">
              <a:latin typeface="Montserrat ExtraBold" panose="000009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2F04E0-5CA4-48DB-9EC9-373E6E5EE30F}"/>
              </a:ext>
            </a:extLst>
          </p:cNvPr>
          <p:cNvSpPr txBox="1"/>
          <p:nvPr/>
        </p:nvSpPr>
        <p:spPr>
          <a:xfrm>
            <a:off x="1577358" y="3626945"/>
            <a:ext cx="2727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 ExtraBold" panose="00000900000000000000" pitchFamily="2" charset="0"/>
              </a:rPr>
              <a:t>Perancangan</a:t>
            </a:r>
            <a:r>
              <a:rPr lang="en-US" dirty="0">
                <a:latin typeface="Montserrat ExtraBold" panose="00000900000000000000" pitchFamily="2" charset="0"/>
              </a:rPr>
              <a:t> </a:t>
            </a:r>
            <a:r>
              <a:rPr lang="en-US" dirty="0" err="1">
                <a:latin typeface="Montserrat ExtraBold" panose="00000900000000000000" pitchFamily="2" charset="0"/>
              </a:rPr>
              <a:t>Sistem</a:t>
            </a:r>
            <a:endParaRPr lang="en-US" dirty="0">
              <a:latin typeface="Montserrat ExtraBold" panose="000009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30DC07-C349-4694-BC43-D319AC9E46CF}"/>
              </a:ext>
            </a:extLst>
          </p:cNvPr>
          <p:cNvSpPr txBox="1"/>
          <p:nvPr/>
        </p:nvSpPr>
        <p:spPr>
          <a:xfrm>
            <a:off x="2199116" y="4429599"/>
            <a:ext cx="2759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 ExtraBold" panose="00000900000000000000" pitchFamily="2" charset="0"/>
              </a:rPr>
              <a:t>Pembuatan</a:t>
            </a:r>
            <a:r>
              <a:rPr lang="en-US" dirty="0">
                <a:latin typeface="Montserrat ExtraBold" panose="00000900000000000000" pitchFamily="2" charset="0"/>
              </a:rPr>
              <a:t> Program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DBEED59-6058-480E-B207-48F753C11D7E}"/>
              </a:ext>
            </a:extLst>
          </p:cNvPr>
          <p:cNvSpPr txBox="1"/>
          <p:nvPr/>
        </p:nvSpPr>
        <p:spPr>
          <a:xfrm>
            <a:off x="2749357" y="5204724"/>
            <a:ext cx="23423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 ExtraBold" panose="00000900000000000000" pitchFamily="2" charset="0"/>
              </a:rPr>
              <a:t>Pengujian</a:t>
            </a:r>
            <a:r>
              <a:rPr lang="en-US" dirty="0">
                <a:latin typeface="Montserrat ExtraBold" panose="00000900000000000000" pitchFamily="2" charset="0"/>
              </a:rPr>
              <a:t> </a:t>
            </a:r>
            <a:r>
              <a:rPr lang="en-US" dirty="0" err="1">
                <a:latin typeface="Montserrat ExtraBold" panose="00000900000000000000" pitchFamily="2" charset="0"/>
              </a:rPr>
              <a:t>Sistem</a:t>
            </a:r>
            <a:endParaRPr lang="en-US" dirty="0">
              <a:latin typeface="Montserrat ExtraBold" panose="000009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CFCFE7D-DF67-4F88-B849-0D74CC81A0D2}"/>
              </a:ext>
            </a:extLst>
          </p:cNvPr>
          <p:cNvSpPr txBox="1"/>
          <p:nvPr/>
        </p:nvSpPr>
        <p:spPr>
          <a:xfrm>
            <a:off x="3202613" y="5979849"/>
            <a:ext cx="26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Montserrat ExtraBold" panose="00000900000000000000" pitchFamily="2" charset="0"/>
              </a:rPr>
              <a:t>Pembuatan</a:t>
            </a:r>
            <a:r>
              <a:rPr lang="en-US" dirty="0">
                <a:latin typeface="Montserrat ExtraBold" panose="00000900000000000000" pitchFamily="2" charset="0"/>
              </a:rPr>
              <a:t> </a:t>
            </a:r>
            <a:r>
              <a:rPr lang="en-US" dirty="0" err="1">
                <a:latin typeface="Montserrat ExtraBold" panose="00000900000000000000" pitchFamily="2" charset="0"/>
              </a:rPr>
              <a:t>Laporan</a:t>
            </a:r>
            <a:endParaRPr lang="en-US" dirty="0">
              <a:latin typeface="Montserrat ExtraBold" panose="00000900000000000000" pitchFamily="2" charset="0"/>
            </a:endParaRP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661BB5E-DA84-42FC-808A-A95D2D45D9E3}"/>
              </a:ext>
            </a:extLst>
          </p:cNvPr>
          <p:cNvSpPr/>
          <p:nvPr/>
        </p:nvSpPr>
        <p:spPr>
          <a:xfrm rot="5400000">
            <a:off x="1493157" y="2431106"/>
            <a:ext cx="440177" cy="271775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04974C64-4ACC-4D35-86B1-863C68F0A1B5}"/>
              </a:ext>
            </a:extLst>
          </p:cNvPr>
          <p:cNvSpPr/>
          <p:nvPr/>
        </p:nvSpPr>
        <p:spPr>
          <a:xfrm rot="5400000">
            <a:off x="1806574" y="3267867"/>
            <a:ext cx="440177" cy="271775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0928CD8-1634-49F8-9275-38BAFE9D8BB4}"/>
              </a:ext>
            </a:extLst>
          </p:cNvPr>
          <p:cNvSpPr/>
          <p:nvPr/>
        </p:nvSpPr>
        <p:spPr>
          <a:xfrm rot="5400000">
            <a:off x="2512610" y="4089825"/>
            <a:ext cx="440177" cy="271775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802A181-C7FD-49F7-A484-8DBB777965DE}"/>
              </a:ext>
            </a:extLst>
          </p:cNvPr>
          <p:cNvSpPr/>
          <p:nvPr/>
        </p:nvSpPr>
        <p:spPr>
          <a:xfrm rot="5400000">
            <a:off x="3017276" y="4876277"/>
            <a:ext cx="440177" cy="271775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269F86C0-EA53-42CD-9578-50BD9A8444CE}"/>
              </a:ext>
            </a:extLst>
          </p:cNvPr>
          <p:cNvSpPr/>
          <p:nvPr/>
        </p:nvSpPr>
        <p:spPr>
          <a:xfrm rot="5400000">
            <a:off x="3494459" y="5639461"/>
            <a:ext cx="440177" cy="271775"/>
          </a:xfrm>
          <a:prstGeom prst="rightArrow">
            <a:avLst/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99000">
                <a:srgbClr val="0070C0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7B22A0C6-E740-43AA-9E83-378B451337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983" y="2566993"/>
            <a:ext cx="1561085" cy="1561085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79CB5EFD-D160-423D-BCB6-BF108571A5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01983" y="747423"/>
            <a:ext cx="1561085" cy="156108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8A5A18EE-B366-4037-9A9E-F19DA83D6C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634" y="4712496"/>
            <a:ext cx="1561085" cy="156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630870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F80928-19A4-479C-BA28-9298893668B7}"/>
              </a:ext>
            </a:extLst>
          </p:cNvPr>
          <p:cNvSpPr txBox="1"/>
          <p:nvPr/>
        </p:nvSpPr>
        <p:spPr>
          <a:xfrm>
            <a:off x="3011963" y="493825"/>
            <a:ext cx="6234399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 smtClean="0">
                <a:latin typeface="Montserrat Black" panose="00000A00000000000000" pitchFamily="2" charset="0"/>
              </a:rPr>
              <a:t>DIAGRAM KONTEKS</a:t>
            </a:r>
            <a:endParaRPr lang="en-US" sz="4400" dirty="0">
              <a:latin typeface="Montserrat Black" panose="00000A00000000000000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738" y="1561716"/>
            <a:ext cx="11608851" cy="427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632672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F80928-19A4-479C-BA28-9298893668B7}"/>
              </a:ext>
            </a:extLst>
          </p:cNvPr>
          <p:cNvSpPr txBox="1"/>
          <p:nvPr/>
        </p:nvSpPr>
        <p:spPr>
          <a:xfrm>
            <a:off x="0" y="15257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dirty="0" smtClean="0">
                <a:latin typeface="Montserrat Black" panose="00000A00000000000000" pitchFamily="2" charset="0"/>
              </a:rPr>
              <a:t>BASIS DATA KONSEPTUAL</a:t>
            </a:r>
            <a:endParaRPr lang="en-US" sz="4400" dirty="0">
              <a:latin typeface="Montserrat Black" panose="00000A00000000000000" pitchFamily="2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516" y="878702"/>
            <a:ext cx="7068390" cy="562975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74221" y="878702"/>
            <a:ext cx="28542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7 </a:t>
            </a:r>
            <a:r>
              <a:rPr lang="en-US" b="1" dirty="0" err="1" smtClean="0"/>
              <a:t>Tabel</a:t>
            </a:r>
            <a:r>
              <a:rPr lang="en-US" b="1" dirty="0" smtClean="0"/>
              <a:t>:</a:t>
            </a:r>
          </a:p>
          <a:p>
            <a:pPr marL="285750" indent="-285750">
              <a:buFontTx/>
              <a:buChar char="-"/>
            </a:pPr>
            <a:r>
              <a:rPr lang="en-US" dirty="0" err="1" smtClean="0"/>
              <a:t>tb_user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/>
              <a:t>t</a:t>
            </a:r>
            <a:r>
              <a:rPr lang="en-US" dirty="0" err="1" smtClean="0"/>
              <a:t>b_kas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 smtClean="0"/>
              <a:t>tb_pengumuman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/>
              <a:t>t</a:t>
            </a:r>
            <a:r>
              <a:rPr lang="en-US" dirty="0" err="1" smtClean="0"/>
              <a:t>b_kegiatan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/>
              <a:t>t</a:t>
            </a:r>
            <a:r>
              <a:rPr lang="en-US" dirty="0" err="1" smtClean="0"/>
              <a:t>b_absensi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/>
              <a:t>t</a:t>
            </a:r>
            <a:r>
              <a:rPr lang="en-US" dirty="0" err="1" smtClean="0"/>
              <a:t>b_pembayaran_denda</a:t>
            </a:r>
            <a:endParaRPr lang="en-US" dirty="0" smtClean="0"/>
          </a:p>
          <a:p>
            <a:pPr marL="285750" indent="-285750">
              <a:buFontTx/>
              <a:buChar char="-"/>
            </a:pPr>
            <a:r>
              <a:rPr lang="en-US" dirty="0" err="1"/>
              <a:t>t</a:t>
            </a:r>
            <a:r>
              <a:rPr lang="en-US" dirty="0" err="1" smtClean="0"/>
              <a:t>b_galeri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4093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27F9596-BA75-412D-B57C-1C17131A5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CDAE3F-8C9A-4763-A051-83A009CBE7C9}"/>
              </a:ext>
            </a:extLst>
          </p:cNvPr>
          <p:cNvSpPr txBox="1"/>
          <p:nvPr/>
        </p:nvSpPr>
        <p:spPr>
          <a:xfrm>
            <a:off x="2821464" y="427057"/>
            <a:ext cx="65201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DEMO</a:t>
            </a:r>
            <a:r>
              <a:rPr lang="en-US" sz="4800" dirty="0">
                <a:solidFill>
                  <a:schemeClr val="bg1"/>
                </a:solidFill>
                <a:latin typeface="Montserrat ExtraBold" panose="00000900000000000000" pitchFamily="2" charset="0"/>
              </a:rPr>
              <a:t> </a:t>
            </a:r>
            <a:r>
              <a:rPr lang="en-US" sz="4800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PROGRAM</a:t>
            </a:r>
            <a:endParaRPr lang="en-US" sz="4800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grpSp>
        <p:nvGrpSpPr>
          <p:cNvPr id="18" name="Google Shape;6858;p41"/>
          <p:cNvGrpSpPr/>
          <p:nvPr/>
        </p:nvGrpSpPr>
        <p:grpSpPr>
          <a:xfrm>
            <a:off x="3067940" y="1545631"/>
            <a:ext cx="4917732" cy="4419333"/>
            <a:chOff x="2972250" y="1654900"/>
            <a:chExt cx="2134517" cy="2062026"/>
          </a:xfrm>
        </p:grpSpPr>
        <p:sp>
          <p:nvSpPr>
            <p:cNvPr id="19" name="Google Shape;6859;p41"/>
            <p:cNvSpPr/>
            <p:nvPr/>
          </p:nvSpPr>
          <p:spPr>
            <a:xfrm>
              <a:off x="3104000" y="2880350"/>
              <a:ext cx="113150" cy="291275"/>
            </a:xfrm>
            <a:custGeom>
              <a:avLst/>
              <a:gdLst/>
              <a:ahLst/>
              <a:cxnLst/>
              <a:rect l="l" t="t" r="r" b="b"/>
              <a:pathLst>
                <a:path w="4526" h="11651" extrusionOk="0">
                  <a:moveTo>
                    <a:pt x="1848" y="0"/>
                  </a:moveTo>
                  <a:cubicBezTo>
                    <a:pt x="1513" y="0"/>
                    <a:pt x="1167" y="229"/>
                    <a:pt x="905" y="678"/>
                  </a:cubicBezTo>
                  <a:cubicBezTo>
                    <a:pt x="505" y="1360"/>
                    <a:pt x="0" y="2838"/>
                    <a:pt x="59" y="4558"/>
                  </a:cubicBezTo>
                  <a:cubicBezTo>
                    <a:pt x="150" y="7254"/>
                    <a:pt x="1317" y="10480"/>
                    <a:pt x="4143" y="11651"/>
                  </a:cubicBezTo>
                  <a:lnTo>
                    <a:pt x="4526" y="9524"/>
                  </a:lnTo>
                  <a:cubicBezTo>
                    <a:pt x="2775" y="8346"/>
                    <a:pt x="2696" y="5176"/>
                    <a:pt x="2949" y="3183"/>
                  </a:cubicBezTo>
                  <a:cubicBezTo>
                    <a:pt x="3223" y="1030"/>
                    <a:pt x="2558" y="0"/>
                    <a:pt x="1848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6860;p41"/>
            <p:cNvSpPr/>
            <p:nvPr/>
          </p:nvSpPr>
          <p:spPr>
            <a:xfrm>
              <a:off x="3105350" y="2880375"/>
              <a:ext cx="100025" cy="290300"/>
            </a:xfrm>
            <a:custGeom>
              <a:avLst/>
              <a:gdLst/>
              <a:ahLst/>
              <a:cxnLst/>
              <a:rect l="l" t="t" r="r" b="b"/>
              <a:pathLst>
                <a:path w="4001" h="11612" extrusionOk="0">
                  <a:moveTo>
                    <a:pt x="1796" y="1"/>
                  </a:moveTo>
                  <a:cubicBezTo>
                    <a:pt x="1458" y="1"/>
                    <a:pt x="1114" y="229"/>
                    <a:pt x="851" y="677"/>
                  </a:cubicBezTo>
                  <a:cubicBezTo>
                    <a:pt x="471" y="1325"/>
                    <a:pt x="0" y="2684"/>
                    <a:pt x="0" y="4287"/>
                  </a:cubicBezTo>
                  <a:cubicBezTo>
                    <a:pt x="0" y="4377"/>
                    <a:pt x="0" y="4465"/>
                    <a:pt x="5" y="4557"/>
                  </a:cubicBezTo>
                  <a:cubicBezTo>
                    <a:pt x="93" y="7226"/>
                    <a:pt x="1240" y="10410"/>
                    <a:pt x="4001" y="11612"/>
                  </a:cubicBezTo>
                  <a:lnTo>
                    <a:pt x="4001" y="9120"/>
                  </a:lnTo>
                  <a:cubicBezTo>
                    <a:pt x="3069" y="8120"/>
                    <a:pt x="2790" y="6417"/>
                    <a:pt x="2790" y="4868"/>
                  </a:cubicBezTo>
                  <a:cubicBezTo>
                    <a:pt x="2790" y="4264"/>
                    <a:pt x="2830" y="3684"/>
                    <a:pt x="2895" y="3182"/>
                  </a:cubicBezTo>
                  <a:cubicBezTo>
                    <a:pt x="2939" y="2841"/>
                    <a:pt x="2960" y="2526"/>
                    <a:pt x="2960" y="2243"/>
                  </a:cubicBezTo>
                  <a:cubicBezTo>
                    <a:pt x="2960" y="732"/>
                    <a:pt x="2393" y="1"/>
                    <a:pt x="1796" y="1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6861;p41"/>
            <p:cNvSpPr/>
            <p:nvPr/>
          </p:nvSpPr>
          <p:spPr>
            <a:xfrm>
              <a:off x="3120375" y="2908750"/>
              <a:ext cx="91150" cy="258350"/>
            </a:xfrm>
            <a:custGeom>
              <a:avLst/>
              <a:gdLst/>
              <a:ahLst/>
              <a:cxnLst/>
              <a:rect l="l" t="t" r="r" b="b"/>
              <a:pathLst>
                <a:path w="3646" h="10334" extrusionOk="0">
                  <a:moveTo>
                    <a:pt x="939" y="1"/>
                  </a:moveTo>
                  <a:cubicBezTo>
                    <a:pt x="886" y="1"/>
                    <a:pt x="837" y="38"/>
                    <a:pt x="823" y="91"/>
                  </a:cubicBezTo>
                  <a:cubicBezTo>
                    <a:pt x="1" y="3231"/>
                    <a:pt x="464" y="7767"/>
                    <a:pt x="3430" y="10302"/>
                  </a:cubicBezTo>
                  <a:cubicBezTo>
                    <a:pt x="3454" y="10323"/>
                    <a:pt x="3482" y="10334"/>
                    <a:pt x="3509" y="10334"/>
                  </a:cubicBezTo>
                  <a:cubicBezTo>
                    <a:pt x="3543" y="10334"/>
                    <a:pt x="3577" y="10320"/>
                    <a:pt x="3601" y="10293"/>
                  </a:cubicBezTo>
                  <a:cubicBezTo>
                    <a:pt x="3646" y="10241"/>
                    <a:pt x="3638" y="10163"/>
                    <a:pt x="3591" y="10118"/>
                  </a:cubicBezTo>
                  <a:cubicBezTo>
                    <a:pt x="700" y="7648"/>
                    <a:pt x="253" y="3221"/>
                    <a:pt x="1058" y="153"/>
                  </a:cubicBezTo>
                  <a:cubicBezTo>
                    <a:pt x="1075" y="88"/>
                    <a:pt x="1038" y="23"/>
                    <a:pt x="973" y="6"/>
                  </a:cubicBezTo>
                  <a:cubicBezTo>
                    <a:pt x="962" y="3"/>
                    <a:pt x="950" y="1"/>
                    <a:pt x="939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6862;p41"/>
            <p:cNvSpPr/>
            <p:nvPr/>
          </p:nvSpPr>
          <p:spPr>
            <a:xfrm>
              <a:off x="2972250" y="3006875"/>
              <a:ext cx="358375" cy="288450"/>
            </a:xfrm>
            <a:custGeom>
              <a:avLst/>
              <a:gdLst/>
              <a:ahLst/>
              <a:cxnLst/>
              <a:rect l="l" t="t" r="r" b="b"/>
              <a:pathLst>
                <a:path w="14335" h="11538" extrusionOk="0">
                  <a:moveTo>
                    <a:pt x="2374" y="0"/>
                  </a:moveTo>
                  <a:cubicBezTo>
                    <a:pt x="2120" y="0"/>
                    <a:pt x="1847" y="126"/>
                    <a:pt x="1550" y="432"/>
                  </a:cubicBezTo>
                  <a:cubicBezTo>
                    <a:pt x="0" y="2026"/>
                    <a:pt x="2120" y="4081"/>
                    <a:pt x="1611" y="5484"/>
                  </a:cubicBezTo>
                  <a:cubicBezTo>
                    <a:pt x="1144" y="6776"/>
                    <a:pt x="1524" y="8294"/>
                    <a:pt x="3263" y="8294"/>
                  </a:cubicBezTo>
                  <a:cubicBezTo>
                    <a:pt x="3415" y="8294"/>
                    <a:pt x="3578" y="8283"/>
                    <a:pt x="3752" y="8258"/>
                  </a:cubicBezTo>
                  <a:cubicBezTo>
                    <a:pt x="4059" y="8215"/>
                    <a:pt x="4308" y="8193"/>
                    <a:pt x="4512" y="8193"/>
                  </a:cubicBezTo>
                  <a:cubicBezTo>
                    <a:pt x="5739" y="8193"/>
                    <a:pt x="5346" y="8971"/>
                    <a:pt x="6257" y="10466"/>
                  </a:cubicBezTo>
                  <a:cubicBezTo>
                    <a:pt x="6728" y="11244"/>
                    <a:pt x="7604" y="11538"/>
                    <a:pt x="8577" y="11538"/>
                  </a:cubicBezTo>
                  <a:cubicBezTo>
                    <a:pt x="9958" y="11538"/>
                    <a:pt x="11535" y="10946"/>
                    <a:pt x="12430" y="10303"/>
                  </a:cubicBezTo>
                  <a:cubicBezTo>
                    <a:pt x="12430" y="10303"/>
                    <a:pt x="14335" y="8576"/>
                    <a:pt x="14134" y="7105"/>
                  </a:cubicBezTo>
                  <a:cubicBezTo>
                    <a:pt x="13929" y="5634"/>
                    <a:pt x="11154" y="5644"/>
                    <a:pt x="9502" y="5572"/>
                  </a:cubicBezTo>
                  <a:cubicBezTo>
                    <a:pt x="8495" y="5525"/>
                    <a:pt x="8400" y="3224"/>
                    <a:pt x="7366" y="2661"/>
                  </a:cubicBezTo>
                  <a:cubicBezTo>
                    <a:pt x="7070" y="2500"/>
                    <a:pt x="6813" y="2448"/>
                    <a:pt x="6576" y="2448"/>
                  </a:cubicBezTo>
                  <a:cubicBezTo>
                    <a:pt x="6155" y="2448"/>
                    <a:pt x="5797" y="2611"/>
                    <a:pt x="5396" y="2611"/>
                  </a:cubicBezTo>
                  <a:cubicBezTo>
                    <a:pt x="5235" y="2611"/>
                    <a:pt x="5067" y="2585"/>
                    <a:pt x="4885" y="2511"/>
                  </a:cubicBezTo>
                  <a:cubicBezTo>
                    <a:pt x="4168" y="2221"/>
                    <a:pt x="3442" y="0"/>
                    <a:pt x="237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6863;p41"/>
            <p:cNvSpPr/>
            <p:nvPr/>
          </p:nvSpPr>
          <p:spPr>
            <a:xfrm>
              <a:off x="3016525" y="3024600"/>
              <a:ext cx="285425" cy="224075"/>
            </a:xfrm>
            <a:custGeom>
              <a:avLst/>
              <a:gdLst/>
              <a:ahLst/>
              <a:cxnLst/>
              <a:rect l="l" t="t" r="r" b="b"/>
              <a:pathLst>
                <a:path w="11417" h="8963" extrusionOk="0">
                  <a:moveTo>
                    <a:pt x="138" y="1"/>
                  </a:moveTo>
                  <a:cubicBezTo>
                    <a:pt x="129" y="1"/>
                    <a:pt x="121" y="2"/>
                    <a:pt x="113" y="3"/>
                  </a:cubicBezTo>
                  <a:cubicBezTo>
                    <a:pt x="45" y="13"/>
                    <a:pt x="1" y="78"/>
                    <a:pt x="15" y="144"/>
                  </a:cubicBezTo>
                  <a:cubicBezTo>
                    <a:pt x="206" y="1167"/>
                    <a:pt x="3295" y="8126"/>
                    <a:pt x="11278" y="8959"/>
                  </a:cubicBezTo>
                  <a:cubicBezTo>
                    <a:pt x="11281" y="8959"/>
                    <a:pt x="11288" y="8962"/>
                    <a:pt x="11291" y="8962"/>
                  </a:cubicBezTo>
                  <a:cubicBezTo>
                    <a:pt x="11352" y="8962"/>
                    <a:pt x="11407" y="8915"/>
                    <a:pt x="11410" y="8850"/>
                  </a:cubicBezTo>
                  <a:cubicBezTo>
                    <a:pt x="11417" y="8785"/>
                    <a:pt x="11369" y="8724"/>
                    <a:pt x="11305" y="8716"/>
                  </a:cubicBezTo>
                  <a:cubicBezTo>
                    <a:pt x="3465" y="7897"/>
                    <a:pt x="441" y="1099"/>
                    <a:pt x="253" y="98"/>
                  </a:cubicBezTo>
                  <a:cubicBezTo>
                    <a:pt x="245" y="42"/>
                    <a:pt x="194" y="1"/>
                    <a:pt x="138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6864;p41"/>
            <p:cNvSpPr/>
            <p:nvPr/>
          </p:nvSpPr>
          <p:spPr>
            <a:xfrm>
              <a:off x="3195780" y="2573084"/>
              <a:ext cx="1910987" cy="1143842"/>
            </a:xfrm>
            <a:custGeom>
              <a:avLst/>
              <a:gdLst/>
              <a:ahLst/>
              <a:cxnLst/>
              <a:rect l="l" t="t" r="r" b="b"/>
              <a:pathLst>
                <a:path w="70738" h="42341" extrusionOk="0">
                  <a:moveTo>
                    <a:pt x="40554" y="0"/>
                  </a:moveTo>
                  <a:cubicBezTo>
                    <a:pt x="40190" y="0"/>
                    <a:pt x="39826" y="81"/>
                    <a:pt x="39548" y="243"/>
                  </a:cubicBezTo>
                  <a:lnTo>
                    <a:pt x="1004" y="22497"/>
                  </a:lnTo>
                  <a:cubicBezTo>
                    <a:pt x="449" y="22817"/>
                    <a:pt x="0" y="23562"/>
                    <a:pt x="0" y="24165"/>
                  </a:cubicBezTo>
                  <a:cubicBezTo>
                    <a:pt x="0" y="24767"/>
                    <a:pt x="449" y="25515"/>
                    <a:pt x="1004" y="25835"/>
                  </a:cubicBezTo>
                  <a:lnTo>
                    <a:pt x="29175" y="42098"/>
                  </a:lnTo>
                  <a:cubicBezTo>
                    <a:pt x="29452" y="42260"/>
                    <a:pt x="29816" y="42340"/>
                    <a:pt x="30180" y="42340"/>
                  </a:cubicBezTo>
                  <a:cubicBezTo>
                    <a:pt x="30544" y="42340"/>
                    <a:pt x="30909" y="42260"/>
                    <a:pt x="31186" y="42098"/>
                  </a:cubicBezTo>
                  <a:lnTo>
                    <a:pt x="69730" y="19844"/>
                  </a:lnTo>
                  <a:cubicBezTo>
                    <a:pt x="70285" y="19524"/>
                    <a:pt x="70737" y="18775"/>
                    <a:pt x="70737" y="18177"/>
                  </a:cubicBezTo>
                  <a:cubicBezTo>
                    <a:pt x="70737" y="17574"/>
                    <a:pt x="70285" y="16826"/>
                    <a:pt x="69730" y="16506"/>
                  </a:cubicBezTo>
                  <a:lnTo>
                    <a:pt x="41559" y="243"/>
                  </a:lnTo>
                  <a:cubicBezTo>
                    <a:pt x="41282" y="81"/>
                    <a:pt x="40918" y="0"/>
                    <a:pt x="40554" y="0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6865;p41"/>
            <p:cNvSpPr/>
            <p:nvPr/>
          </p:nvSpPr>
          <p:spPr>
            <a:xfrm>
              <a:off x="3207910" y="2573084"/>
              <a:ext cx="1886620" cy="1084949"/>
            </a:xfrm>
            <a:custGeom>
              <a:avLst/>
              <a:gdLst/>
              <a:ahLst/>
              <a:cxnLst/>
              <a:rect l="l" t="t" r="r" b="b"/>
              <a:pathLst>
                <a:path w="69836" h="40161" extrusionOk="0">
                  <a:moveTo>
                    <a:pt x="40105" y="0"/>
                  </a:moveTo>
                  <a:cubicBezTo>
                    <a:pt x="39741" y="0"/>
                    <a:pt x="39377" y="81"/>
                    <a:pt x="39099" y="243"/>
                  </a:cubicBezTo>
                  <a:lnTo>
                    <a:pt x="555" y="22497"/>
                  </a:lnTo>
                  <a:cubicBezTo>
                    <a:pt x="0" y="22817"/>
                    <a:pt x="0" y="23338"/>
                    <a:pt x="555" y="23658"/>
                  </a:cubicBezTo>
                  <a:lnTo>
                    <a:pt x="28726" y="39921"/>
                  </a:lnTo>
                  <a:cubicBezTo>
                    <a:pt x="29003" y="40081"/>
                    <a:pt x="29367" y="40160"/>
                    <a:pt x="29731" y="40160"/>
                  </a:cubicBezTo>
                  <a:cubicBezTo>
                    <a:pt x="30095" y="40160"/>
                    <a:pt x="30460" y="40081"/>
                    <a:pt x="30737" y="39921"/>
                  </a:cubicBezTo>
                  <a:lnTo>
                    <a:pt x="69281" y="17667"/>
                  </a:lnTo>
                  <a:cubicBezTo>
                    <a:pt x="69836" y="17347"/>
                    <a:pt x="69836" y="16826"/>
                    <a:pt x="69281" y="16506"/>
                  </a:cubicBezTo>
                  <a:lnTo>
                    <a:pt x="41110" y="243"/>
                  </a:lnTo>
                  <a:cubicBezTo>
                    <a:pt x="40833" y="81"/>
                    <a:pt x="40469" y="0"/>
                    <a:pt x="4010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866;p41"/>
            <p:cNvSpPr/>
            <p:nvPr/>
          </p:nvSpPr>
          <p:spPr>
            <a:xfrm>
              <a:off x="3136750" y="3098850"/>
              <a:ext cx="16750" cy="90000"/>
            </a:xfrm>
            <a:custGeom>
              <a:avLst/>
              <a:gdLst/>
              <a:ahLst/>
              <a:cxnLst/>
              <a:rect l="l" t="t" r="r" b="b"/>
              <a:pathLst>
                <a:path w="670" h="3600" extrusionOk="0">
                  <a:moveTo>
                    <a:pt x="311" y="0"/>
                  </a:moveTo>
                  <a:cubicBezTo>
                    <a:pt x="304" y="0"/>
                    <a:pt x="296" y="1"/>
                    <a:pt x="288" y="3"/>
                  </a:cubicBezTo>
                  <a:cubicBezTo>
                    <a:pt x="223" y="13"/>
                    <a:pt x="175" y="74"/>
                    <a:pt x="189" y="139"/>
                  </a:cubicBezTo>
                  <a:cubicBezTo>
                    <a:pt x="189" y="156"/>
                    <a:pt x="420" y="1644"/>
                    <a:pt x="14" y="3450"/>
                  </a:cubicBezTo>
                  <a:cubicBezTo>
                    <a:pt x="1" y="3514"/>
                    <a:pt x="42" y="3583"/>
                    <a:pt x="107" y="3596"/>
                  </a:cubicBezTo>
                  <a:cubicBezTo>
                    <a:pt x="116" y="3599"/>
                    <a:pt x="124" y="3599"/>
                    <a:pt x="134" y="3599"/>
                  </a:cubicBezTo>
                  <a:cubicBezTo>
                    <a:pt x="189" y="3599"/>
                    <a:pt x="239" y="3563"/>
                    <a:pt x="253" y="3504"/>
                  </a:cubicBezTo>
                  <a:cubicBezTo>
                    <a:pt x="669" y="1651"/>
                    <a:pt x="438" y="163"/>
                    <a:pt x="428" y="102"/>
                  </a:cubicBezTo>
                  <a:cubicBezTo>
                    <a:pt x="418" y="44"/>
                    <a:pt x="369" y="0"/>
                    <a:pt x="31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6867;p41"/>
            <p:cNvSpPr/>
            <p:nvPr/>
          </p:nvSpPr>
          <p:spPr>
            <a:xfrm>
              <a:off x="3205350" y="1654900"/>
              <a:ext cx="1114125" cy="1569325"/>
            </a:xfrm>
            <a:custGeom>
              <a:avLst/>
              <a:gdLst/>
              <a:ahLst/>
              <a:cxnLst/>
              <a:rect l="l" t="t" r="r" b="b"/>
              <a:pathLst>
                <a:path w="44565" h="62773" extrusionOk="0">
                  <a:moveTo>
                    <a:pt x="42610" y="0"/>
                  </a:moveTo>
                  <a:cubicBezTo>
                    <a:pt x="42225" y="0"/>
                    <a:pt x="41831" y="89"/>
                    <a:pt x="41527" y="265"/>
                  </a:cubicBezTo>
                  <a:lnTo>
                    <a:pt x="1058" y="23631"/>
                  </a:lnTo>
                  <a:cubicBezTo>
                    <a:pt x="475" y="23969"/>
                    <a:pt x="1" y="24784"/>
                    <a:pt x="1" y="25460"/>
                  </a:cubicBezTo>
                  <a:lnTo>
                    <a:pt x="1" y="60757"/>
                  </a:lnTo>
                  <a:cubicBezTo>
                    <a:pt x="1" y="61430"/>
                    <a:pt x="444" y="62231"/>
                    <a:pt x="990" y="62545"/>
                  </a:cubicBezTo>
                  <a:cubicBezTo>
                    <a:pt x="1254" y="62698"/>
                    <a:pt x="1601" y="62773"/>
                    <a:pt x="1956" y="62773"/>
                  </a:cubicBezTo>
                  <a:cubicBezTo>
                    <a:pt x="2341" y="62773"/>
                    <a:pt x="2735" y="62684"/>
                    <a:pt x="3038" y="62508"/>
                  </a:cubicBezTo>
                  <a:lnTo>
                    <a:pt x="43509" y="39143"/>
                  </a:lnTo>
                  <a:cubicBezTo>
                    <a:pt x="44093" y="38808"/>
                    <a:pt x="44564" y="37989"/>
                    <a:pt x="44564" y="37313"/>
                  </a:cubicBezTo>
                  <a:lnTo>
                    <a:pt x="44564" y="2016"/>
                  </a:lnTo>
                  <a:cubicBezTo>
                    <a:pt x="44564" y="1344"/>
                    <a:pt x="44120" y="542"/>
                    <a:pt x="43575" y="228"/>
                  </a:cubicBezTo>
                  <a:cubicBezTo>
                    <a:pt x="43313" y="76"/>
                    <a:pt x="42965" y="0"/>
                    <a:pt x="42610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6868;p41"/>
            <p:cNvSpPr/>
            <p:nvPr/>
          </p:nvSpPr>
          <p:spPr>
            <a:xfrm>
              <a:off x="3205350" y="2265375"/>
              <a:ext cx="191325" cy="958850"/>
            </a:xfrm>
            <a:custGeom>
              <a:avLst/>
              <a:gdLst/>
              <a:ahLst/>
              <a:cxnLst/>
              <a:rect l="l" t="t" r="r" b="b"/>
              <a:pathLst>
                <a:path w="7653" h="38354" extrusionOk="0">
                  <a:moveTo>
                    <a:pt x="311" y="0"/>
                  </a:moveTo>
                  <a:cubicBezTo>
                    <a:pt x="121" y="331"/>
                    <a:pt x="1" y="703"/>
                    <a:pt x="1" y="1041"/>
                  </a:cubicBezTo>
                  <a:lnTo>
                    <a:pt x="1" y="36338"/>
                  </a:lnTo>
                  <a:cubicBezTo>
                    <a:pt x="1" y="37011"/>
                    <a:pt x="444" y="37812"/>
                    <a:pt x="990" y="38126"/>
                  </a:cubicBezTo>
                  <a:cubicBezTo>
                    <a:pt x="1254" y="38279"/>
                    <a:pt x="1601" y="38354"/>
                    <a:pt x="1956" y="38354"/>
                  </a:cubicBezTo>
                  <a:cubicBezTo>
                    <a:pt x="2341" y="38354"/>
                    <a:pt x="2735" y="38265"/>
                    <a:pt x="3038" y="38089"/>
                  </a:cubicBezTo>
                  <a:lnTo>
                    <a:pt x="7652" y="35423"/>
                  </a:lnTo>
                  <a:lnTo>
                    <a:pt x="4953" y="2679"/>
                  </a:lnTo>
                  <a:lnTo>
                    <a:pt x="311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6869;p41"/>
            <p:cNvSpPr/>
            <p:nvPr/>
          </p:nvSpPr>
          <p:spPr>
            <a:xfrm>
              <a:off x="3254950" y="1686475"/>
              <a:ext cx="1064525" cy="1534775"/>
            </a:xfrm>
            <a:custGeom>
              <a:avLst/>
              <a:gdLst/>
              <a:ahLst/>
              <a:cxnLst/>
              <a:rect l="l" t="t" r="r" b="b"/>
              <a:pathLst>
                <a:path w="42581" h="61391" extrusionOk="0">
                  <a:moveTo>
                    <a:pt x="41998" y="1"/>
                  </a:moveTo>
                  <a:cubicBezTo>
                    <a:pt x="41856" y="1"/>
                    <a:pt x="41695" y="47"/>
                    <a:pt x="41525" y="146"/>
                  </a:cubicBezTo>
                  <a:lnTo>
                    <a:pt x="1054" y="23511"/>
                  </a:lnTo>
                  <a:cubicBezTo>
                    <a:pt x="471" y="23849"/>
                    <a:pt x="0" y="24664"/>
                    <a:pt x="0" y="25340"/>
                  </a:cubicBezTo>
                  <a:lnTo>
                    <a:pt x="0" y="60638"/>
                  </a:lnTo>
                  <a:cubicBezTo>
                    <a:pt x="0" y="61114"/>
                    <a:pt x="237" y="61390"/>
                    <a:pt x="582" y="61390"/>
                  </a:cubicBezTo>
                  <a:cubicBezTo>
                    <a:pt x="724" y="61390"/>
                    <a:pt x="884" y="61344"/>
                    <a:pt x="1054" y="61245"/>
                  </a:cubicBezTo>
                  <a:lnTo>
                    <a:pt x="41525" y="37880"/>
                  </a:lnTo>
                  <a:cubicBezTo>
                    <a:pt x="42109" y="37545"/>
                    <a:pt x="42580" y="36726"/>
                    <a:pt x="42580" y="36050"/>
                  </a:cubicBezTo>
                  <a:lnTo>
                    <a:pt x="42580" y="753"/>
                  </a:lnTo>
                  <a:cubicBezTo>
                    <a:pt x="42580" y="277"/>
                    <a:pt x="42344" y="1"/>
                    <a:pt x="41998" y="1"/>
                  </a:cubicBezTo>
                  <a:close/>
                </a:path>
              </a:pathLst>
            </a:custGeom>
            <a:solidFill>
              <a:srgbClr val="37474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6870;p41"/>
            <p:cNvSpPr/>
            <p:nvPr/>
          </p:nvSpPr>
          <p:spPr>
            <a:xfrm>
              <a:off x="3279675" y="1753325"/>
              <a:ext cx="1015050" cy="1372500"/>
            </a:xfrm>
            <a:custGeom>
              <a:avLst/>
              <a:gdLst/>
              <a:ahLst/>
              <a:cxnLst/>
              <a:rect l="l" t="t" r="r" b="b"/>
              <a:pathLst>
                <a:path w="40602" h="54900" extrusionOk="0">
                  <a:moveTo>
                    <a:pt x="40251" y="0"/>
                  </a:moveTo>
                  <a:cubicBezTo>
                    <a:pt x="40165" y="0"/>
                    <a:pt x="40069" y="28"/>
                    <a:pt x="39967" y="86"/>
                  </a:cubicBezTo>
                  <a:lnTo>
                    <a:pt x="632" y="22796"/>
                  </a:lnTo>
                  <a:cubicBezTo>
                    <a:pt x="284" y="22997"/>
                    <a:pt x="1" y="23489"/>
                    <a:pt x="1" y="23892"/>
                  </a:cubicBezTo>
                  <a:lnTo>
                    <a:pt x="1" y="54448"/>
                  </a:lnTo>
                  <a:cubicBezTo>
                    <a:pt x="1" y="54734"/>
                    <a:pt x="143" y="54899"/>
                    <a:pt x="351" y="54899"/>
                  </a:cubicBezTo>
                  <a:cubicBezTo>
                    <a:pt x="435" y="54899"/>
                    <a:pt x="531" y="54872"/>
                    <a:pt x="632" y="54813"/>
                  </a:cubicBezTo>
                  <a:lnTo>
                    <a:pt x="39967" y="32103"/>
                  </a:lnTo>
                  <a:cubicBezTo>
                    <a:pt x="40318" y="31902"/>
                    <a:pt x="40602" y="31410"/>
                    <a:pt x="40602" y="31008"/>
                  </a:cubicBezTo>
                  <a:lnTo>
                    <a:pt x="40602" y="451"/>
                  </a:lnTo>
                  <a:cubicBezTo>
                    <a:pt x="40602" y="165"/>
                    <a:pt x="40459" y="0"/>
                    <a:pt x="4025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6871;p41"/>
            <p:cNvSpPr/>
            <p:nvPr/>
          </p:nvSpPr>
          <p:spPr>
            <a:xfrm>
              <a:off x="3359775" y="2679875"/>
              <a:ext cx="1028200" cy="591375"/>
            </a:xfrm>
            <a:custGeom>
              <a:avLst/>
              <a:gdLst/>
              <a:ahLst/>
              <a:cxnLst/>
              <a:rect l="l" t="t" r="r" b="b"/>
              <a:pathLst>
                <a:path w="41128" h="23655" extrusionOk="0">
                  <a:moveTo>
                    <a:pt x="38387" y="1"/>
                  </a:moveTo>
                  <a:cubicBezTo>
                    <a:pt x="38196" y="1"/>
                    <a:pt x="38005" y="43"/>
                    <a:pt x="37858" y="126"/>
                  </a:cubicBezTo>
                  <a:lnTo>
                    <a:pt x="295" y="21817"/>
                  </a:lnTo>
                  <a:cubicBezTo>
                    <a:pt x="1" y="21984"/>
                    <a:pt x="1" y="22256"/>
                    <a:pt x="295" y="22423"/>
                  </a:cubicBezTo>
                  <a:lnTo>
                    <a:pt x="2209" y="23529"/>
                  </a:lnTo>
                  <a:cubicBezTo>
                    <a:pt x="2354" y="23613"/>
                    <a:pt x="2546" y="23655"/>
                    <a:pt x="2737" y="23655"/>
                  </a:cubicBezTo>
                  <a:cubicBezTo>
                    <a:pt x="2928" y="23655"/>
                    <a:pt x="3119" y="23613"/>
                    <a:pt x="3264" y="23529"/>
                  </a:cubicBezTo>
                  <a:lnTo>
                    <a:pt x="40838" y="1846"/>
                  </a:lnTo>
                  <a:cubicBezTo>
                    <a:pt x="41128" y="1676"/>
                    <a:pt x="41128" y="1403"/>
                    <a:pt x="40838" y="1236"/>
                  </a:cubicBezTo>
                  <a:lnTo>
                    <a:pt x="38916" y="126"/>
                  </a:lnTo>
                  <a:cubicBezTo>
                    <a:pt x="38769" y="43"/>
                    <a:pt x="38578" y="1"/>
                    <a:pt x="3838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6872;p41"/>
            <p:cNvSpPr/>
            <p:nvPr/>
          </p:nvSpPr>
          <p:spPr>
            <a:xfrm>
              <a:off x="3483600" y="2751325"/>
              <a:ext cx="1275625" cy="733675"/>
            </a:xfrm>
            <a:custGeom>
              <a:avLst/>
              <a:gdLst/>
              <a:ahLst/>
              <a:cxnLst/>
              <a:rect l="l" t="t" r="r" b="b"/>
              <a:pathLst>
                <a:path w="51025" h="29347" extrusionOk="0">
                  <a:moveTo>
                    <a:pt x="38386" y="0"/>
                  </a:moveTo>
                  <a:cubicBezTo>
                    <a:pt x="38195" y="0"/>
                    <a:pt x="38004" y="42"/>
                    <a:pt x="37857" y="125"/>
                  </a:cubicBezTo>
                  <a:lnTo>
                    <a:pt x="294" y="21815"/>
                  </a:lnTo>
                  <a:cubicBezTo>
                    <a:pt x="0" y="21985"/>
                    <a:pt x="0" y="22255"/>
                    <a:pt x="294" y="22423"/>
                  </a:cubicBezTo>
                  <a:lnTo>
                    <a:pt x="12154" y="29221"/>
                  </a:lnTo>
                  <a:cubicBezTo>
                    <a:pt x="12299" y="29304"/>
                    <a:pt x="12489" y="29346"/>
                    <a:pt x="12679" y="29346"/>
                  </a:cubicBezTo>
                  <a:cubicBezTo>
                    <a:pt x="12871" y="29346"/>
                    <a:pt x="13063" y="29304"/>
                    <a:pt x="13209" y="29218"/>
                  </a:cubicBezTo>
                  <a:lnTo>
                    <a:pt x="50732" y="7559"/>
                  </a:lnTo>
                  <a:cubicBezTo>
                    <a:pt x="51025" y="7392"/>
                    <a:pt x="51025" y="7118"/>
                    <a:pt x="50732" y="6951"/>
                  </a:cubicBezTo>
                  <a:lnTo>
                    <a:pt x="38916" y="125"/>
                  </a:lnTo>
                  <a:cubicBezTo>
                    <a:pt x="38769" y="42"/>
                    <a:pt x="38577" y="0"/>
                    <a:pt x="3838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6873;p41"/>
            <p:cNvSpPr/>
            <p:nvPr/>
          </p:nvSpPr>
          <p:spPr>
            <a:xfrm>
              <a:off x="3511075" y="2774325"/>
              <a:ext cx="1222050" cy="697925"/>
            </a:xfrm>
            <a:custGeom>
              <a:avLst/>
              <a:gdLst/>
              <a:ahLst/>
              <a:cxnLst/>
              <a:rect l="l" t="t" r="r" b="b"/>
              <a:pathLst>
                <a:path w="48882" h="27917" extrusionOk="0">
                  <a:moveTo>
                    <a:pt x="37734" y="1"/>
                  </a:moveTo>
                  <a:cubicBezTo>
                    <a:pt x="37701" y="1"/>
                    <a:pt x="37669" y="8"/>
                    <a:pt x="37646" y="21"/>
                  </a:cubicBezTo>
                  <a:lnTo>
                    <a:pt x="36468" y="700"/>
                  </a:lnTo>
                  <a:cubicBezTo>
                    <a:pt x="36417" y="731"/>
                    <a:pt x="36420" y="779"/>
                    <a:pt x="36475" y="809"/>
                  </a:cubicBezTo>
                  <a:lnTo>
                    <a:pt x="36837" y="1017"/>
                  </a:lnTo>
                  <a:cubicBezTo>
                    <a:pt x="36866" y="1034"/>
                    <a:pt x="36902" y="1042"/>
                    <a:pt x="36938" y="1042"/>
                  </a:cubicBezTo>
                  <a:cubicBezTo>
                    <a:pt x="36969" y="1042"/>
                    <a:pt x="37000" y="1036"/>
                    <a:pt x="37025" y="1021"/>
                  </a:cubicBezTo>
                  <a:lnTo>
                    <a:pt x="38202" y="341"/>
                  </a:lnTo>
                  <a:cubicBezTo>
                    <a:pt x="38250" y="314"/>
                    <a:pt x="38247" y="267"/>
                    <a:pt x="38195" y="236"/>
                  </a:cubicBezTo>
                  <a:lnTo>
                    <a:pt x="37833" y="24"/>
                  </a:lnTo>
                  <a:cubicBezTo>
                    <a:pt x="37805" y="8"/>
                    <a:pt x="37769" y="1"/>
                    <a:pt x="37734" y="1"/>
                  </a:cubicBezTo>
                  <a:close/>
                  <a:moveTo>
                    <a:pt x="36015" y="994"/>
                  </a:moveTo>
                  <a:cubicBezTo>
                    <a:pt x="35983" y="994"/>
                    <a:pt x="35950" y="1001"/>
                    <a:pt x="35925" y="1014"/>
                  </a:cubicBezTo>
                  <a:lnTo>
                    <a:pt x="34748" y="1693"/>
                  </a:lnTo>
                  <a:cubicBezTo>
                    <a:pt x="34700" y="1721"/>
                    <a:pt x="34704" y="1772"/>
                    <a:pt x="34755" y="1803"/>
                  </a:cubicBezTo>
                  <a:lnTo>
                    <a:pt x="35117" y="2011"/>
                  </a:lnTo>
                  <a:cubicBezTo>
                    <a:pt x="35146" y="2027"/>
                    <a:pt x="35183" y="2036"/>
                    <a:pt x="35219" y="2036"/>
                  </a:cubicBezTo>
                  <a:cubicBezTo>
                    <a:pt x="35251" y="2036"/>
                    <a:pt x="35282" y="2029"/>
                    <a:pt x="35305" y="2014"/>
                  </a:cubicBezTo>
                  <a:lnTo>
                    <a:pt x="36482" y="1335"/>
                  </a:lnTo>
                  <a:cubicBezTo>
                    <a:pt x="36533" y="1308"/>
                    <a:pt x="36530" y="1260"/>
                    <a:pt x="36475" y="1226"/>
                  </a:cubicBezTo>
                  <a:lnTo>
                    <a:pt x="36113" y="1017"/>
                  </a:lnTo>
                  <a:cubicBezTo>
                    <a:pt x="36085" y="1002"/>
                    <a:pt x="36050" y="994"/>
                    <a:pt x="36015" y="994"/>
                  </a:cubicBezTo>
                  <a:close/>
                  <a:moveTo>
                    <a:pt x="39591" y="1075"/>
                  </a:moveTo>
                  <a:cubicBezTo>
                    <a:pt x="39558" y="1075"/>
                    <a:pt x="39527" y="1082"/>
                    <a:pt x="39502" y="1096"/>
                  </a:cubicBezTo>
                  <a:lnTo>
                    <a:pt x="38329" y="1775"/>
                  </a:lnTo>
                  <a:cubicBezTo>
                    <a:pt x="38277" y="1803"/>
                    <a:pt x="38280" y="1850"/>
                    <a:pt x="38335" y="1881"/>
                  </a:cubicBezTo>
                  <a:lnTo>
                    <a:pt x="39693" y="2666"/>
                  </a:lnTo>
                  <a:cubicBezTo>
                    <a:pt x="39722" y="2684"/>
                    <a:pt x="39760" y="2693"/>
                    <a:pt x="39795" y="2693"/>
                  </a:cubicBezTo>
                  <a:cubicBezTo>
                    <a:pt x="39827" y="2693"/>
                    <a:pt x="39858" y="2686"/>
                    <a:pt x="39881" y="2673"/>
                  </a:cubicBezTo>
                  <a:lnTo>
                    <a:pt x="41059" y="1994"/>
                  </a:lnTo>
                  <a:cubicBezTo>
                    <a:pt x="41106" y="1963"/>
                    <a:pt x="41106" y="1915"/>
                    <a:pt x="41052" y="1885"/>
                  </a:cubicBezTo>
                  <a:lnTo>
                    <a:pt x="39690" y="1099"/>
                  </a:lnTo>
                  <a:cubicBezTo>
                    <a:pt x="39663" y="1083"/>
                    <a:pt x="39627" y="1075"/>
                    <a:pt x="39591" y="1075"/>
                  </a:cubicBezTo>
                  <a:close/>
                  <a:moveTo>
                    <a:pt x="34294" y="1986"/>
                  </a:moveTo>
                  <a:cubicBezTo>
                    <a:pt x="34262" y="1986"/>
                    <a:pt x="34230" y="1993"/>
                    <a:pt x="34205" y="2008"/>
                  </a:cubicBezTo>
                  <a:lnTo>
                    <a:pt x="33031" y="2687"/>
                  </a:lnTo>
                  <a:cubicBezTo>
                    <a:pt x="32980" y="2714"/>
                    <a:pt x="32984" y="2762"/>
                    <a:pt x="33038" y="2796"/>
                  </a:cubicBezTo>
                  <a:lnTo>
                    <a:pt x="33400" y="3004"/>
                  </a:lnTo>
                  <a:cubicBezTo>
                    <a:pt x="33426" y="3020"/>
                    <a:pt x="33462" y="3027"/>
                    <a:pt x="33497" y="3027"/>
                  </a:cubicBezTo>
                  <a:cubicBezTo>
                    <a:pt x="33530" y="3027"/>
                    <a:pt x="33563" y="3021"/>
                    <a:pt x="33588" y="3008"/>
                  </a:cubicBezTo>
                  <a:lnTo>
                    <a:pt x="34761" y="2328"/>
                  </a:lnTo>
                  <a:cubicBezTo>
                    <a:pt x="34813" y="2301"/>
                    <a:pt x="34810" y="2250"/>
                    <a:pt x="34755" y="2219"/>
                  </a:cubicBezTo>
                  <a:lnTo>
                    <a:pt x="34393" y="2011"/>
                  </a:lnTo>
                  <a:cubicBezTo>
                    <a:pt x="34366" y="1994"/>
                    <a:pt x="34330" y="1986"/>
                    <a:pt x="34294" y="1986"/>
                  </a:cubicBezTo>
                  <a:close/>
                  <a:moveTo>
                    <a:pt x="37868" y="2067"/>
                  </a:moveTo>
                  <a:cubicBezTo>
                    <a:pt x="37837" y="2067"/>
                    <a:pt x="37807" y="2073"/>
                    <a:pt x="37786" y="2086"/>
                  </a:cubicBezTo>
                  <a:lnTo>
                    <a:pt x="36609" y="2769"/>
                  </a:lnTo>
                  <a:cubicBezTo>
                    <a:pt x="36557" y="2796"/>
                    <a:pt x="36560" y="2844"/>
                    <a:pt x="36615" y="2874"/>
                  </a:cubicBezTo>
                  <a:lnTo>
                    <a:pt x="37976" y="3659"/>
                  </a:lnTo>
                  <a:cubicBezTo>
                    <a:pt x="38004" y="3675"/>
                    <a:pt x="38041" y="3684"/>
                    <a:pt x="38077" y="3684"/>
                  </a:cubicBezTo>
                  <a:cubicBezTo>
                    <a:pt x="38109" y="3684"/>
                    <a:pt x="38141" y="3677"/>
                    <a:pt x="38165" y="3663"/>
                  </a:cubicBezTo>
                  <a:lnTo>
                    <a:pt x="39339" y="2983"/>
                  </a:lnTo>
                  <a:cubicBezTo>
                    <a:pt x="39389" y="2956"/>
                    <a:pt x="39386" y="2909"/>
                    <a:pt x="39332" y="2877"/>
                  </a:cubicBezTo>
                  <a:lnTo>
                    <a:pt x="37973" y="2093"/>
                  </a:lnTo>
                  <a:cubicBezTo>
                    <a:pt x="37944" y="2076"/>
                    <a:pt x="37905" y="2067"/>
                    <a:pt x="37868" y="2067"/>
                  </a:cubicBezTo>
                  <a:close/>
                  <a:moveTo>
                    <a:pt x="32575" y="2979"/>
                  </a:moveTo>
                  <a:cubicBezTo>
                    <a:pt x="32542" y="2979"/>
                    <a:pt x="32511" y="2986"/>
                    <a:pt x="32488" y="3000"/>
                  </a:cubicBezTo>
                  <a:lnTo>
                    <a:pt x="31311" y="3679"/>
                  </a:lnTo>
                  <a:cubicBezTo>
                    <a:pt x="31260" y="3707"/>
                    <a:pt x="31264" y="3755"/>
                    <a:pt x="31318" y="3786"/>
                  </a:cubicBezTo>
                  <a:lnTo>
                    <a:pt x="31680" y="3997"/>
                  </a:lnTo>
                  <a:cubicBezTo>
                    <a:pt x="31708" y="4013"/>
                    <a:pt x="31744" y="4020"/>
                    <a:pt x="31778" y="4020"/>
                  </a:cubicBezTo>
                  <a:cubicBezTo>
                    <a:pt x="31811" y="4020"/>
                    <a:pt x="31843" y="4014"/>
                    <a:pt x="31868" y="4000"/>
                  </a:cubicBezTo>
                  <a:lnTo>
                    <a:pt x="33045" y="3321"/>
                  </a:lnTo>
                  <a:cubicBezTo>
                    <a:pt x="33093" y="3290"/>
                    <a:pt x="33090" y="3243"/>
                    <a:pt x="33038" y="3212"/>
                  </a:cubicBezTo>
                  <a:lnTo>
                    <a:pt x="32677" y="3004"/>
                  </a:lnTo>
                  <a:cubicBezTo>
                    <a:pt x="32648" y="2988"/>
                    <a:pt x="32611" y="2979"/>
                    <a:pt x="32575" y="2979"/>
                  </a:cubicBezTo>
                  <a:close/>
                  <a:moveTo>
                    <a:pt x="36155" y="3059"/>
                  </a:moveTo>
                  <a:cubicBezTo>
                    <a:pt x="36123" y="3059"/>
                    <a:pt x="36091" y="3066"/>
                    <a:pt x="36065" y="3079"/>
                  </a:cubicBezTo>
                  <a:lnTo>
                    <a:pt x="34888" y="3758"/>
                  </a:lnTo>
                  <a:cubicBezTo>
                    <a:pt x="34840" y="3789"/>
                    <a:pt x="34843" y="3837"/>
                    <a:pt x="34895" y="3868"/>
                  </a:cubicBezTo>
                  <a:lnTo>
                    <a:pt x="36256" y="4652"/>
                  </a:lnTo>
                  <a:cubicBezTo>
                    <a:pt x="36285" y="4669"/>
                    <a:pt x="36322" y="4677"/>
                    <a:pt x="36358" y="4677"/>
                  </a:cubicBezTo>
                  <a:cubicBezTo>
                    <a:pt x="36390" y="4677"/>
                    <a:pt x="36420" y="4670"/>
                    <a:pt x="36445" y="4656"/>
                  </a:cubicBezTo>
                  <a:lnTo>
                    <a:pt x="37619" y="3977"/>
                  </a:lnTo>
                  <a:cubicBezTo>
                    <a:pt x="37669" y="3950"/>
                    <a:pt x="37666" y="3901"/>
                    <a:pt x="37615" y="3871"/>
                  </a:cubicBezTo>
                  <a:lnTo>
                    <a:pt x="36253" y="3082"/>
                  </a:lnTo>
                  <a:cubicBezTo>
                    <a:pt x="36225" y="3067"/>
                    <a:pt x="36190" y="3059"/>
                    <a:pt x="36155" y="3059"/>
                  </a:cubicBezTo>
                  <a:close/>
                  <a:moveTo>
                    <a:pt x="39816" y="3189"/>
                  </a:moveTo>
                  <a:cubicBezTo>
                    <a:pt x="39784" y="3189"/>
                    <a:pt x="39752" y="3195"/>
                    <a:pt x="39728" y="3208"/>
                  </a:cubicBezTo>
                  <a:lnTo>
                    <a:pt x="38550" y="3888"/>
                  </a:lnTo>
                  <a:cubicBezTo>
                    <a:pt x="38502" y="3919"/>
                    <a:pt x="38506" y="3966"/>
                    <a:pt x="38557" y="3997"/>
                  </a:cubicBezTo>
                  <a:lnTo>
                    <a:pt x="39919" y="4782"/>
                  </a:lnTo>
                  <a:cubicBezTo>
                    <a:pt x="39947" y="4798"/>
                    <a:pt x="39984" y="4807"/>
                    <a:pt x="40019" y="4807"/>
                  </a:cubicBezTo>
                  <a:cubicBezTo>
                    <a:pt x="40051" y="4807"/>
                    <a:pt x="40082" y="4800"/>
                    <a:pt x="40106" y="4785"/>
                  </a:cubicBezTo>
                  <a:lnTo>
                    <a:pt x="41281" y="4106"/>
                  </a:lnTo>
                  <a:cubicBezTo>
                    <a:pt x="41332" y="4079"/>
                    <a:pt x="41328" y="4027"/>
                    <a:pt x="41273" y="3997"/>
                  </a:cubicBezTo>
                  <a:lnTo>
                    <a:pt x="39915" y="3212"/>
                  </a:lnTo>
                  <a:cubicBezTo>
                    <a:pt x="39887" y="3196"/>
                    <a:pt x="39851" y="3189"/>
                    <a:pt x="39816" y="3189"/>
                  </a:cubicBezTo>
                  <a:close/>
                  <a:moveTo>
                    <a:pt x="41533" y="2196"/>
                  </a:moveTo>
                  <a:cubicBezTo>
                    <a:pt x="41501" y="2196"/>
                    <a:pt x="41470" y="2203"/>
                    <a:pt x="41448" y="2216"/>
                  </a:cubicBezTo>
                  <a:lnTo>
                    <a:pt x="40270" y="2895"/>
                  </a:lnTo>
                  <a:cubicBezTo>
                    <a:pt x="40219" y="2926"/>
                    <a:pt x="40223" y="2973"/>
                    <a:pt x="40277" y="3004"/>
                  </a:cubicBezTo>
                  <a:lnTo>
                    <a:pt x="43581" y="4912"/>
                  </a:lnTo>
                  <a:cubicBezTo>
                    <a:pt x="43609" y="4928"/>
                    <a:pt x="43644" y="4935"/>
                    <a:pt x="43679" y="4935"/>
                  </a:cubicBezTo>
                  <a:cubicBezTo>
                    <a:pt x="43712" y="4935"/>
                    <a:pt x="43744" y="4929"/>
                    <a:pt x="43768" y="4915"/>
                  </a:cubicBezTo>
                  <a:lnTo>
                    <a:pt x="44943" y="4236"/>
                  </a:lnTo>
                  <a:cubicBezTo>
                    <a:pt x="44994" y="4209"/>
                    <a:pt x="44991" y="4158"/>
                    <a:pt x="44936" y="4127"/>
                  </a:cubicBezTo>
                  <a:lnTo>
                    <a:pt x="41635" y="2222"/>
                  </a:lnTo>
                  <a:cubicBezTo>
                    <a:pt x="41607" y="2204"/>
                    <a:pt x="41569" y="2196"/>
                    <a:pt x="41533" y="2196"/>
                  </a:cubicBezTo>
                  <a:close/>
                  <a:moveTo>
                    <a:pt x="29997" y="3892"/>
                  </a:moveTo>
                  <a:cubicBezTo>
                    <a:pt x="29964" y="3892"/>
                    <a:pt x="29932" y="3898"/>
                    <a:pt x="29908" y="3912"/>
                  </a:cubicBezTo>
                  <a:lnTo>
                    <a:pt x="28731" y="4591"/>
                  </a:lnTo>
                  <a:cubicBezTo>
                    <a:pt x="28684" y="4621"/>
                    <a:pt x="28684" y="4670"/>
                    <a:pt x="28738" y="4700"/>
                  </a:cubicBezTo>
                  <a:lnTo>
                    <a:pt x="30100" y="5486"/>
                  </a:lnTo>
                  <a:cubicBezTo>
                    <a:pt x="30127" y="5501"/>
                    <a:pt x="30163" y="5510"/>
                    <a:pt x="30199" y="5510"/>
                  </a:cubicBezTo>
                  <a:cubicBezTo>
                    <a:pt x="30231" y="5510"/>
                    <a:pt x="30263" y="5503"/>
                    <a:pt x="30287" y="5489"/>
                  </a:cubicBezTo>
                  <a:lnTo>
                    <a:pt x="31461" y="4810"/>
                  </a:lnTo>
                  <a:cubicBezTo>
                    <a:pt x="31513" y="4782"/>
                    <a:pt x="31510" y="4734"/>
                    <a:pt x="31455" y="4700"/>
                  </a:cubicBezTo>
                  <a:lnTo>
                    <a:pt x="30097" y="3915"/>
                  </a:lnTo>
                  <a:cubicBezTo>
                    <a:pt x="30068" y="3899"/>
                    <a:pt x="30032" y="3892"/>
                    <a:pt x="29997" y="3892"/>
                  </a:cubicBezTo>
                  <a:close/>
                  <a:moveTo>
                    <a:pt x="34437" y="4052"/>
                  </a:moveTo>
                  <a:cubicBezTo>
                    <a:pt x="34403" y="4052"/>
                    <a:pt x="34370" y="4059"/>
                    <a:pt x="34345" y="4073"/>
                  </a:cubicBezTo>
                  <a:lnTo>
                    <a:pt x="33172" y="4752"/>
                  </a:lnTo>
                  <a:cubicBezTo>
                    <a:pt x="33120" y="4782"/>
                    <a:pt x="33123" y="4830"/>
                    <a:pt x="33178" y="4861"/>
                  </a:cubicBezTo>
                  <a:lnTo>
                    <a:pt x="34536" y="5645"/>
                  </a:lnTo>
                  <a:cubicBezTo>
                    <a:pt x="34565" y="5661"/>
                    <a:pt x="34601" y="5669"/>
                    <a:pt x="34636" y="5669"/>
                  </a:cubicBezTo>
                  <a:cubicBezTo>
                    <a:pt x="34669" y="5669"/>
                    <a:pt x="34701" y="5662"/>
                    <a:pt x="34725" y="5649"/>
                  </a:cubicBezTo>
                  <a:lnTo>
                    <a:pt x="35902" y="4969"/>
                  </a:lnTo>
                  <a:cubicBezTo>
                    <a:pt x="35949" y="4942"/>
                    <a:pt x="35949" y="4892"/>
                    <a:pt x="35895" y="4861"/>
                  </a:cubicBezTo>
                  <a:lnTo>
                    <a:pt x="34533" y="4076"/>
                  </a:lnTo>
                  <a:cubicBezTo>
                    <a:pt x="34507" y="4060"/>
                    <a:pt x="34472" y="4052"/>
                    <a:pt x="34437" y="4052"/>
                  </a:cubicBezTo>
                  <a:close/>
                  <a:moveTo>
                    <a:pt x="38098" y="4182"/>
                  </a:moveTo>
                  <a:cubicBezTo>
                    <a:pt x="38065" y="4182"/>
                    <a:pt x="38032" y="4189"/>
                    <a:pt x="38008" y="4202"/>
                  </a:cubicBezTo>
                  <a:lnTo>
                    <a:pt x="36834" y="4881"/>
                  </a:lnTo>
                  <a:cubicBezTo>
                    <a:pt x="36782" y="4908"/>
                    <a:pt x="36785" y="4960"/>
                    <a:pt x="36840" y="4990"/>
                  </a:cubicBezTo>
                  <a:lnTo>
                    <a:pt x="38198" y="5775"/>
                  </a:lnTo>
                  <a:cubicBezTo>
                    <a:pt x="38227" y="5791"/>
                    <a:pt x="38263" y="5799"/>
                    <a:pt x="38298" y="5799"/>
                  </a:cubicBezTo>
                  <a:cubicBezTo>
                    <a:pt x="38331" y="5799"/>
                    <a:pt x="38363" y="5792"/>
                    <a:pt x="38386" y="5779"/>
                  </a:cubicBezTo>
                  <a:lnTo>
                    <a:pt x="39564" y="5100"/>
                  </a:lnTo>
                  <a:cubicBezTo>
                    <a:pt x="39611" y="5069"/>
                    <a:pt x="39608" y="5021"/>
                    <a:pt x="39557" y="4990"/>
                  </a:cubicBezTo>
                  <a:lnTo>
                    <a:pt x="38195" y="4205"/>
                  </a:lnTo>
                  <a:cubicBezTo>
                    <a:pt x="38169" y="4190"/>
                    <a:pt x="38134" y="4182"/>
                    <a:pt x="38098" y="4182"/>
                  </a:cubicBezTo>
                  <a:close/>
                  <a:moveTo>
                    <a:pt x="41757" y="4310"/>
                  </a:moveTo>
                  <a:cubicBezTo>
                    <a:pt x="41725" y="4310"/>
                    <a:pt x="41694" y="4317"/>
                    <a:pt x="41670" y="4331"/>
                  </a:cubicBezTo>
                  <a:lnTo>
                    <a:pt x="40495" y="5010"/>
                  </a:lnTo>
                  <a:cubicBezTo>
                    <a:pt x="40444" y="5038"/>
                    <a:pt x="40448" y="5086"/>
                    <a:pt x="40503" y="5120"/>
                  </a:cubicBezTo>
                  <a:lnTo>
                    <a:pt x="41861" y="5905"/>
                  </a:lnTo>
                  <a:cubicBezTo>
                    <a:pt x="41889" y="5921"/>
                    <a:pt x="41924" y="5929"/>
                    <a:pt x="41959" y="5929"/>
                  </a:cubicBezTo>
                  <a:cubicBezTo>
                    <a:pt x="41992" y="5929"/>
                    <a:pt x="42024" y="5922"/>
                    <a:pt x="42048" y="5908"/>
                  </a:cubicBezTo>
                  <a:lnTo>
                    <a:pt x="43226" y="5229"/>
                  </a:lnTo>
                  <a:cubicBezTo>
                    <a:pt x="43274" y="5199"/>
                    <a:pt x="43270" y="5151"/>
                    <a:pt x="43219" y="5120"/>
                  </a:cubicBezTo>
                  <a:lnTo>
                    <a:pt x="41857" y="4335"/>
                  </a:lnTo>
                  <a:cubicBezTo>
                    <a:pt x="41829" y="4319"/>
                    <a:pt x="41792" y="4310"/>
                    <a:pt x="41757" y="4310"/>
                  </a:cubicBezTo>
                  <a:close/>
                  <a:moveTo>
                    <a:pt x="28278" y="4885"/>
                  </a:moveTo>
                  <a:cubicBezTo>
                    <a:pt x="28245" y="4885"/>
                    <a:pt x="28213" y="4892"/>
                    <a:pt x="28188" y="4905"/>
                  </a:cubicBezTo>
                  <a:lnTo>
                    <a:pt x="27014" y="5584"/>
                  </a:lnTo>
                  <a:cubicBezTo>
                    <a:pt x="26963" y="5615"/>
                    <a:pt x="26967" y="5662"/>
                    <a:pt x="27018" y="5694"/>
                  </a:cubicBezTo>
                  <a:lnTo>
                    <a:pt x="28380" y="6478"/>
                  </a:lnTo>
                  <a:cubicBezTo>
                    <a:pt x="28407" y="6494"/>
                    <a:pt x="28443" y="6502"/>
                    <a:pt x="28477" y="6502"/>
                  </a:cubicBezTo>
                  <a:cubicBezTo>
                    <a:pt x="28510" y="6502"/>
                    <a:pt x="28542" y="6495"/>
                    <a:pt x="28567" y="6482"/>
                  </a:cubicBezTo>
                  <a:lnTo>
                    <a:pt x="29744" y="5803"/>
                  </a:lnTo>
                  <a:cubicBezTo>
                    <a:pt x="29793" y="5775"/>
                    <a:pt x="29789" y="5724"/>
                    <a:pt x="29738" y="5694"/>
                  </a:cubicBezTo>
                  <a:lnTo>
                    <a:pt x="28376" y="4908"/>
                  </a:lnTo>
                  <a:cubicBezTo>
                    <a:pt x="28348" y="4892"/>
                    <a:pt x="28313" y="4885"/>
                    <a:pt x="28278" y="4885"/>
                  </a:cubicBezTo>
                  <a:close/>
                  <a:moveTo>
                    <a:pt x="36376" y="5174"/>
                  </a:moveTo>
                  <a:cubicBezTo>
                    <a:pt x="36344" y="5174"/>
                    <a:pt x="36313" y="5180"/>
                    <a:pt x="36291" y="5195"/>
                  </a:cubicBezTo>
                  <a:lnTo>
                    <a:pt x="35114" y="5875"/>
                  </a:lnTo>
                  <a:cubicBezTo>
                    <a:pt x="35062" y="5902"/>
                    <a:pt x="35065" y="5949"/>
                    <a:pt x="35120" y="5980"/>
                  </a:cubicBezTo>
                  <a:lnTo>
                    <a:pt x="36478" y="6768"/>
                  </a:lnTo>
                  <a:cubicBezTo>
                    <a:pt x="36507" y="6784"/>
                    <a:pt x="36543" y="6792"/>
                    <a:pt x="36578" y="6792"/>
                  </a:cubicBezTo>
                  <a:cubicBezTo>
                    <a:pt x="36611" y="6792"/>
                    <a:pt x="36643" y="6785"/>
                    <a:pt x="36666" y="6772"/>
                  </a:cubicBezTo>
                  <a:lnTo>
                    <a:pt x="37844" y="6092"/>
                  </a:lnTo>
                  <a:cubicBezTo>
                    <a:pt x="37895" y="6062"/>
                    <a:pt x="37891" y="6014"/>
                    <a:pt x="37837" y="5984"/>
                  </a:cubicBezTo>
                  <a:lnTo>
                    <a:pt x="36478" y="5199"/>
                  </a:lnTo>
                  <a:cubicBezTo>
                    <a:pt x="36450" y="5182"/>
                    <a:pt x="36412" y="5174"/>
                    <a:pt x="36376" y="5174"/>
                  </a:cubicBezTo>
                  <a:close/>
                  <a:moveTo>
                    <a:pt x="32355" y="5253"/>
                  </a:moveTo>
                  <a:cubicBezTo>
                    <a:pt x="32322" y="5253"/>
                    <a:pt x="32290" y="5260"/>
                    <a:pt x="32267" y="5273"/>
                  </a:cubicBezTo>
                  <a:lnTo>
                    <a:pt x="31089" y="5952"/>
                  </a:lnTo>
                  <a:cubicBezTo>
                    <a:pt x="31039" y="5984"/>
                    <a:pt x="31042" y="6031"/>
                    <a:pt x="31096" y="6062"/>
                  </a:cubicBezTo>
                  <a:lnTo>
                    <a:pt x="32455" y="6847"/>
                  </a:lnTo>
                  <a:cubicBezTo>
                    <a:pt x="32483" y="6863"/>
                    <a:pt x="32519" y="6871"/>
                    <a:pt x="32554" y="6871"/>
                  </a:cubicBezTo>
                  <a:cubicBezTo>
                    <a:pt x="32587" y="6871"/>
                    <a:pt x="32619" y="6864"/>
                    <a:pt x="32642" y="6850"/>
                  </a:cubicBezTo>
                  <a:lnTo>
                    <a:pt x="33819" y="6171"/>
                  </a:lnTo>
                  <a:cubicBezTo>
                    <a:pt x="33871" y="6144"/>
                    <a:pt x="33868" y="6092"/>
                    <a:pt x="33813" y="6062"/>
                  </a:cubicBezTo>
                  <a:lnTo>
                    <a:pt x="32455" y="5277"/>
                  </a:lnTo>
                  <a:cubicBezTo>
                    <a:pt x="32427" y="5261"/>
                    <a:pt x="32390" y="5253"/>
                    <a:pt x="32355" y="5253"/>
                  </a:cubicBezTo>
                  <a:close/>
                  <a:moveTo>
                    <a:pt x="40039" y="5303"/>
                  </a:moveTo>
                  <a:cubicBezTo>
                    <a:pt x="40006" y="5303"/>
                    <a:pt x="39976" y="5310"/>
                    <a:pt x="39953" y="5325"/>
                  </a:cubicBezTo>
                  <a:lnTo>
                    <a:pt x="38775" y="6004"/>
                  </a:lnTo>
                  <a:cubicBezTo>
                    <a:pt x="38724" y="6031"/>
                    <a:pt x="38728" y="6079"/>
                    <a:pt x="38782" y="6110"/>
                  </a:cubicBezTo>
                  <a:lnTo>
                    <a:pt x="40141" y="6894"/>
                  </a:lnTo>
                  <a:cubicBezTo>
                    <a:pt x="40171" y="6911"/>
                    <a:pt x="40210" y="6920"/>
                    <a:pt x="40246" y="6920"/>
                  </a:cubicBezTo>
                  <a:cubicBezTo>
                    <a:pt x="40277" y="6920"/>
                    <a:pt x="40307" y="6914"/>
                    <a:pt x="40328" y="6902"/>
                  </a:cubicBezTo>
                  <a:lnTo>
                    <a:pt x="41506" y="6223"/>
                  </a:lnTo>
                  <a:cubicBezTo>
                    <a:pt x="41557" y="6192"/>
                    <a:pt x="41554" y="6144"/>
                    <a:pt x="41499" y="6113"/>
                  </a:cubicBezTo>
                  <a:lnTo>
                    <a:pt x="40141" y="5328"/>
                  </a:lnTo>
                  <a:cubicBezTo>
                    <a:pt x="40112" y="5312"/>
                    <a:pt x="40074" y="5303"/>
                    <a:pt x="40039" y="5303"/>
                  </a:cubicBezTo>
                  <a:close/>
                  <a:moveTo>
                    <a:pt x="43697" y="5433"/>
                  </a:moveTo>
                  <a:cubicBezTo>
                    <a:pt x="43667" y="5433"/>
                    <a:pt x="43637" y="5439"/>
                    <a:pt x="43615" y="5451"/>
                  </a:cubicBezTo>
                  <a:lnTo>
                    <a:pt x="42437" y="6133"/>
                  </a:lnTo>
                  <a:cubicBezTo>
                    <a:pt x="42387" y="6161"/>
                    <a:pt x="42390" y="6209"/>
                    <a:pt x="42445" y="6239"/>
                  </a:cubicBezTo>
                  <a:lnTo>
                    <a:pt x="43803" y="7025"/>
                  </a:lnTo>
                  <a:cubicBezTo>
                    <a:pt x="43832" y="7041"/>
                    <a:pt x="43869" y="7049"/>
                    <a:pt x="43905" y="7049"/>
                  </a:cubicBezTo>
                  <a:cubicBezTo>
                    <a:pt x="43937" y="7049"/>
                    <a:pt x="43968" y="7042"/>
                    <a:pt x="43990" y="7028"/>
                  </a:cubicBezTo>
                  <a:lnTo>
                    <a:pt x="45168" y="6349"/>
                  </a:lnTo>
                  <a:cubicBezTo>
                    <a:pt x="45219" y="6321"/>
                    <a:pt x="45216" y="6274"/>
                    <a:pt x="45161" y="6243"/>
                  </a:cubicBezTo>
                  <a:lnTo>
                    <a:pt x="43800" y="5458"/>
                  </a:lnTo>
                  <a:cubicBezTo>
                    <a:pt x="43772" y="5441"/>
                    <a:pt x="43734" y="5433"/>
                    <a:pt x="43697" y="5433"/>
                  </a:cubicBezTo>
                  <a:close/>
                  <a:moveTo>
                    <a:pt x="45419" y="4440"/>
                  </a:moveTo>
                  <a:cubicBezTo>
                    <a:pt x="45387" y="4440"/>
                    <a:pt x="45356" y="4447"/>
                    <a:pt x="45332" y="4462"/>
                  </a:cubicBezTo>
                  <a:lnTo>
                    <a:pt x="44158" y="5141"/>
                  </a:lnTo>
                  <a:cubicBezTo>
                    <a:pt x="44107" y="5168"/>
                    <a:pt x="44110" y="5215"/>
                    <a:pt x="44165" y="5246"/>
                  </a:cubicBezTo>
                  <a:lnTo>
                    <a:pt x="47465" y="7154"/>
                  </a:lnTo>
                  <a:cubicBezTo>
                    <a:pt x="47494" y="7170"/>
                    <a:pt x="47531" y="7179"/>
                    <a:pt x="47567" y="7179"/>
                  </a:cubicBezTo>
                  <a:cubicBezTo>
                    <a:pt x="47599" y="7179"/>
                    <a:pt x="47630" y="7172"/>
                    <a:pt x="47653" y="7157"/>
                  </a:cubicBezTo>
                  <a:lnTo>
                    <a:pt x="48830" y="6478"/>
                  </a:lnTo>
                  <a:cubicBezTo>
                    <a:pt x="48881" y="6451"/>
                    <a:pt x="48878" y="6403"/>
                    <a:pt x="48823" y="6373"/>
                  </a:cubicBezTo>
                  <a:lnTo>
                    <a:pt x="45520" y="4465"/>
                  </a:lnTo>
                  <a:cubicBezTo>
                    <a:pt x="45491" y="4449"/>
                    <a:pt x="45454" y="4440"/>
                    <a:pt x="45419" y="4440"/>
                  </a:cubicBezTo>
                  <a:close/>
                  <a:moveTo>
                    <a:pt x="26557" y="5877"/>
                  </a:moveTo>
                  <a:cubicBezTo>
                    <a:pt x="26524" y="5877"/>
                    <a:pt x="26492" y="5884"/>
                    <a:pt x="26468" y="5898"/>
                  </a:cubicBezTo>
                  <a:lnTo>
                    <a:pt x="25294" y="6577"/>
                  </a:lnTo>
                  <a:cubicBezTo>
                    <a:pt x="25243" y="6604"/>
                    <a:pt x="25247" y="6653"/>
                    <a:pt x="25301" y="6686"/>
                  </a:cubicBezTo>
                  <a:lnTo>
                    <a:pt x="26660" y="7472"/>
                  </a:lnTo>
                  <a:cubicBezTo>
                    <a:pt x="26687" y="7487"/>
                    <a:pt x="26724" y="7495"/>
                    <a:pt x="26759" y="7495"/>
                  </a:cubicBezTo>
                  <a:cubicBezTo>
                    <a:pt x="26792" y="7495"/>
                    <a:pt x="26824" y="7488"/>
                    <a:pt x="26847" y="7475"/>
                  </a:cubicBezTo>
                  <a:lnTo>
                    <a:pt x="28024" y="6796"/>
                  </a:lnTo>
                  <a:cubicBezTo>
                    <a:pt x="28073" y="6765"/>
                    <a:pt x="28073" y="6717"/>
                    <a:pt x="28018" y="6686"/>
                  </a:cubicBezTo>
                  <a:lnTo>
                    <a:pt x="26656" y="5902"/>
                  </a:lnTo>
                  <a:cubicBezTo>
                    <a:pt x="26629" y="5885"/>
                    <a:pt x="26593" y="5877"/>
                    <a:pt x="26557" y="5877"/>
                  </a:cubicBezTo>
                  <a:close/>
                  <a:moveTo>
                    <a:pt x="30634" y="6245"/>
                  </a:moveTo>
                  <a:cubicBezTo>
                    <a:pt x="30602" y="6245"/>
                    <a:pt x="30571" y="6252"/>
                    <a:pt x="30547" y="6267"/>
                  </a:cubicBezTo>
                  <a:lnTo>
                    <a:pt x="29369" y="6946"/>
                  </a:lnTo>
                  <a:cubicBezTo>
                    <a:pt x="29322" y="6973"/>
                    <a:pt x="29325" y="7025"/>
                    <a:pt x="29376" y="7055"/>
                  </a:cubicBezTo>
                  <a:lnTo>
                    <a:pt x="30738" y="7840"/>
                  </a:lnTo>
                  <a:cubicBezTo>
                    <a:pt x="30766" y="7856"/>
                    <a:pt x="30802" y="7864"/>
                    <a:pt x="30836" y="7864"/>
                  </a:cubicBezTo>
                  <a:cubicBezTo>
                    <a:pt x="30869" y="7864"/>
                    <a:pt x="30901" y="7857"/>
                    <a:pt x="30926" y="7844"/>
                  </a:cubicBezTo>
                  <a:lnTo>
                    <a:pt x="32099" y="7165"/>
                  </a:lnTo>
                  <a:cubicBezTo>
                    <a:pt x="32151" y="7134"/>
                    <a:pt x="32148" y="7086"/>
                    <a:pt x="32093" y="7055"/>
                  </a:cubicBezTo>
                  <a:lnTo>
                    <a:pt x="30735" y="6270"/>
                  </a:lnTo>
                  <a:cubicBezTo>
                    <a:pt x="30706" y="6254"/>
                    <a:pt x="30669" y="6245"/>
                    <a:pt x="30634" y="6245"/>
                  </a:cubicBezTo>
                  <a:close/>
                  <a:moveTo>
                    <a:pt x="38320" y="6295"/>
                  </a:moveTo>
                  <a:cubicBezTo>
                    <a:pt x="38288" y="6295"/>
                    <a:pt x="38257" y="6302"/>
                    <a:pt x="38233" y="6314"/>
                  </a:cubicBezTo>
                  <a:lnTo>
                    <a:pt x="37055" y="6994"/>
                  </a:lnTo>
                  <a:cubicBezTo>
                    <a:pt x="37007" y="7025"/>
                    <a:pt x="37011" y="7072"/>
                    <a:pt x="37062" y="7103"/>
                  </a:cubicBezTo>
                  <a:lnTo>
                    <a:pt x="38424" y="7888"/>
                  </a:lnTo>
                  <a:cubicBezTo>
                    <a:pt x="38451" y="7904"/>
                    <a:pt x="38488" y="7913"/>
                    <a:pt x="38524" y="7913"/>
                  </a:cubicBezTo>
                  <a:cubicBezTo>
                    <a:pt x="38556" y="7913"/>
                    <a:pt x="38587" y="7906"/>
                    <a:pt x="38611" y="7891"/>
                  </a:cubicBezTo>
                  <a:lnTo>
                    <a:pt x="39786" y="7212"/>
                  </a:lnTo>
                  <a:cubicBezTo>
                    <a:pt x="39837" y="7185"/>
                    <a:pt x="39833" y="7137"/>
                    <a:pt x="39779" y="7107"/>
                  </a:cubicBezTo>
                  <a:lnTo>
                    <a:pt x="38420" y="6321"/>
                  </a:lnTo>
                  <a:cubicBezTo>
                    <a:pt x="38392" y="6303"/>
                    <a:pt x="38355" y="6295"/>
                    <a:pt x="38320" y="6295"/>
                  </a:cubicBezTo>
                  <a:close/>
                  <a:moveTo>
                    <a:pt x="34296" y="6375"/>
                  </a:moveTo>
                  <a:cubicBezTo>
                    <a:pt x="34264" y="6375"/>
                    <a:pt x="34233" y="6382"/>
                    <a:pt x="34209" y="6396"/>
                  </a:cubicBezTo>
                  <a:lnTo>
                    <a:pt x="33031" y="7075"/>
                  </a:lnTo>
                  <a:cubicBezTo>
                    <a:pt x="32984" y="7103"/>
                    <a:pt x="32987" y="7151"/>
                    <a:pt x="33038" y="7185"/>
                  </a:cubicBezTo>
                  <a:lnTo>
                    <a:pt x="34400" y="7970"/>
                  </a:lnTo>
                  <a:cubicBezTo>
                    <a:pt x="34426" y="7986"/>
                    <a:pt x="34462" y="7993"/>
                    <a:pt x="34497" y="7993"/>
                  </a:cubicBezTo>
                  <a:cubicBezTo>
                    <a:pt x="34530" y="7993"/>
                    <a:pt x="34563" y="7986"/>
                    <a:pt x="34588" y="7973"/>
                  </a:cubicBezTo>
                  <a:lnTo>
                    <a:pt x="35762" y="7294"/>
                  </a:lnTo>
                  <a:cubicBezTo>
                    <a:pt x="35813" y="7263"/>
                    <a:pt x="35810" y="7216"/>
                    <a:pt x="35755" y="7185"/>
                  </a:cubicBezTo>
                  <a:lnTo>
                    <a:pt x="34397" y="6400"/>
                  </a:lnTo>
                  <a:cubicBezTo>
                    <a:pt x="34368" y="6384"/>
                    <a:pt x="34332" y="6375"/>
                    <a:pt x="34296" y="6375"/>
                  </a:cubicBezTo>
                  <a:close/>
                  <a:moveTo>
                    <a:pt x="41984" y="6424"/>
                  </a:moveTo>
                  <a:cubicBezTo>
                    <a:pt x="41951" y="6424"/>
                    <a:pt x="41920" y="6431"/>
                    <a:pt x="41895" y="6444"/>
                  </a:cubicBezTo>
                  <a:lnTo>
                    <a:pt x="40717" y="7124"/>
                  </a:lnTo>
                  <a:cubicBezTo>
                    <a:pt x="40670" y="7154"/>
                    <a:pt x="40670" y="7202"/>
                    <a:pt x="40725" y="7233"/>
                  </a:cubicBezTo>
                  <a:lnTo>
                    <a:pt x="42086" y="8017"/>
                  </a:lnTo>
                  <a:cubicBezTo>
                    <a:pt x="42113" y="8034"/>
                    <a:pt x="42150" y="8042"/>
                    <a:pt x="42185" y="8042"/>
                  </a:cubicBezTo>
                  <a:cubicBezTo>
                    <a:pt x="42218" y="8042"/>
                    <a:pt x="42250" y="8035"/>
                    <a:pt x="42274" y="8021"/>
                  </a:cubicBezTo>
                  <a:lnTo>
                    <a:pt x="43448" y="7342"/>
                  </a:lnTo>
                  <a:cubicBezTo>
                    <a:pt x="43499" y="7315"/>
                    <a:pt x="43496" y="7267"/>
                    <a:pt x="43441" y="7236"/>
                  </a:cubicBezTo>
                  <a:lnTo>
                    <a:pt x="42083" y="6448"/>
                  </a:lnTo>
                  <a:cubicBezTo>
                    <a:pt x="42054" y="6432"/>
                    <a:pt x="42019" y="6424"/>
                    <a:pt x="41984" y="6424"/>
                  </a:cubicBezTo>
                  <a:close/>
                  <a:moveTo>
                    <a:pt x="45646" y="6554"/>
                  </a:moveTo>
                  <a:cubicBezTo>
                    <a:pt x="45613" y="6554"/>
                    <a:pt x="45581" y="6561"/>
                    <a:pt x="45557" y="6574"/>
                  </a:cubicBezTo>
                  <a:lnTo>
                    <a:pt x="44380" y="7253"/>
                  </a:lnTo>
                  <a:cubicBezTo>
                    <a:pt x="44332" y="7283"/>
                    <a:pt x="44332" y="7332"/>
                    <a:pt x="44386" y="7362"/>
                  </a:cubicBezTo>
                  <a:lnTo>
                    <a:pt x="45748" y="8148"/>
                  </a:lnTo>
                  <a:cubicBezTo>
                    <a:pt x="45775" y="8164"/>
                    <a:pt x="45812" y="8172"/>
                    <a:pt x="45848" y="8172"/>
                  </a:cubicBezTo>
                  <a:cubicBezTo>
                    <a:pt x="45880" y="8172"/>
                    <a:pt x="45912" y="8165"/>
                    <a:pt x="45936" y="8151"/>
                  </a:cubicBezTo>
                  <a:lnTo>
                    <a:pt x="47110" y="7472"/>
                  </a:lnTo>
                  <a:cubicBezTo>
                    <a:pt x="47161" y="7444"/>
                    <a:pt x="47158" y="7393"/>
                    <a:pt x="47103" y="7362"/>
                  </a:cubicBezTo>
                  <a:lnTo>
                    <a:pt x="45745" y="6577"/>
                  </a:lnTo>
                  <a:cubicBezTo>
                    <a:pt x="45717" y="6561"/>
                    <a:pt x="45681" y="6554"/>
                    <a:pt x="45646" y="6554"/>
                  </a:cubicBezTo>
                  <a:close/>
                  <a:moveTo>
                    <a:pt x="24457" y="7088"/>
                  </a:moveTo>
                  <a:cubicBezTo>
                    <a:pt x="24425" y="7088"/>
                    <a:pt x="24393" y="7095"/>
                    <a:pt x="24369" y="7110"/>
                  </a:cubicBezTo>
                  <a:lnTo>
                    <a:pt x="23196" y="7789"/>
                  </a:lnTo>
                  <a:cubicBezTo>
                    <a:pt x="23144" y="7816"/>
                    <a:pt x="23147" y="7868"/>
                    <a:pt x="23202" y="7898"/>
                  </a:cubicBezTo>
                  <a:lnTo>
                    <a:pt x="24560" y="8683"/>
                  </a:lnTo>
                  <a:cubicBezTo>
                    <a:pt x="24588" y="8699"/>
                    <a:pt x="24625" y="8707"/>
                    <a:pt x="24660" y="8707"/>
                  </a:cubicBezTo>
                  <a:cubicBezTo>
                    <a:pt x="24693" y="8707"/>
                    <a:pt x="24725" y="8700"/>
                    <a:pt x="24748" y="8687"/>
                  </a:cubicBezTo>
                  <a:lnTo>
                    <a:pt x="25926" y="8008"/>
                  </a:lnTo>
                  <a:cubicBezTo>
                    <a:pt x="25973" y="7976"/>
                    <a:pt x="25973" y="7929"/>
                    <a:pt x="25919" y="7898"/>
                  </a:cubicBezTo>
                  <a:lnTo>
                    <a:pt x="24557" y="7113"/>
                  </a:lnTo>
                  <a:cubicBezTo>
                    <a:pt x="24530" y="7097"/>
                    <a:pt x="24493" y="7088"/>
                    <a:pt x="24457" y="7088"/>
                  </a:cubicBezTo>
                  <a:close/>
                  <a:moveTo>
                    <a:pt x="28915" y="7239"/>
                  </a:moveTo>
                  <a:cubicBezTo>
                    <a:pt x="28883" y="7239"/>
                    <a:pt x="28851" y="7245"/>
                    <a:pt x="28827" y="7260"/>
                  </a:cubicBezTo>
                  <a:lnTo>
                    <a:pt x="27652" y="7939"/>
                  </a:lnTo>
                  <a:cubicBezTo>
                    <a:pt x="27602" y="7967"/>
                    <a:pt x="27605" y="8014"/>
                    <a:pt x="27660" y="8045"/>
                  </a:cubicBezTo>
                  <a:lnTo>
                    <a:pt x="29018" y="8830"/>
                  </a:lnTo>
                  <a:cubicBezTo>
                    <a:pt x="29047" y="8848"/>
                    <a:pt x="29084" y="8857"/>
                    <a:pt x="29120" y="8857"/>
                  </a:cubicBezTo>
                  <a:cubicBezTo>
                    <a:pt x="29152" y="8857"/>
                    <a:pt x="29183" y="8850"/>
                    <a:pt x="29205" y="8837"/>
                  </a:cubicBezTo>
                  <a:lnTo>
                    <a:pt x="30383" y="8157"/>
                  </a:lnTo>
                  <a:cubicBezTo>
                    <a:pt x="30431" y="8127"/>
                    <a:pt x="30431" y="8079"/>
                    <a:pt x="30376" y="8049"/>
                  </a:cubicBezTo>
                  <a:lnTo>
                    <a:pt x="29015" y="7263"/>
                  </a:lnTo>
                  <a:cubicBezTo>
                    <a:pt x="28987" y="7247"/>
                    <a:pt x="28951" y="7239"/>
                    <a:pt x="28915" y="7239"/>
                  </a:cubicBezTo>
                  <a:close/>
                  <a:moveTo>
                    <a:pt x="32577" y="7368"/>
                  </a:moveTo>
                  <a:cubicBezTo>
                    <a:pt x="32545" y="7368"/>
                    <a:pt x="32513" y="7375"/>
                    <a:pt x="32488" y="7390"/>
                  </a:cubicBezTo>
                  <a:lnTo>
                    <a:pt x="31315" y="8069"/>
                  </a:lnTo>
                  <a:cubicBezTo>
                    <a:pt x="31264" y="8096"/>
                    <a:pt x="31267" y="8144"/>
                    <a:pt x="31321" y="8175"/>
                  </a:cubicBezTo>
                  <a:lnTo>
                    <a:pt x="32680" y="8959"/>
                  </a:lnTo>
                  <a:cubicBezTo>
                    <a:pt x="32710" y="8976"/>
                    <a:pt x="32747" y="8985"/>
                    <a:pt x="32784" y="8985"/>
                  </a:cubicBezTo>
                  <a:cubicBezTo>
                    <a:pt x="32815" y="8985"/>
                    <a:pt x="32844" y="8979"/>
                    <a:pt x="32868" y="8967"/>
                  </a:cubicBezTo>
                  <a:lnTo>
                    <a:pt x="34045" y="8287"/>
                  </a:lnTo>
                  <a:cubicBezTo>
                    <a:pt x="34093" y="8257"/>
                    <a:pt x="34090" y="8209"/>
                    <a:pt x="34038" y="8178"/>
                  </a:cubicBezTo>
                  <a:lnTo>
                    <a:pt x="32677" y="7393"/>
                  </a:lnTo>
                  <a:cubicBezTo>
                    <a:pt x="32650" y="7377"/>
                    <a:pt x="32613" y="7368"/>
                    <a:pt x="32577" y="7368"/>
                  </a:cubicBezTo>
                  <a:close/>
                  <a:moveTo>
                    <a:pt x="40264" y="7418"/>
                  </a:moveTo>
                  <a:cubicBezTo>
                    <a:pt x="40232" y="7418"/>
                    <a:pt x="40200" y="7424"/>
                    <a:pt x="40175" y="7437"/>
                  </a:cubicBezTo>
                  <a:lnTo>
                    <a:pt x="39000" y="8117"/>
                  </a:lnTo>
                  <a:cubicBezTo>
                    <a:pt x="38950" y="8148"/>
                    <a:pt x="38953" y="8195"/>
                    <a:pt x="39008" y="8225"/>
                  </a:cubicBezTo>
                  <a:lnTo>
                    <a:pt x="40366" y="9011"/>
                  </a:lnTo>
                  <a:cubicBezTo>
                    <a:pt x="40394" y="9027"/>
                    <a:pt x="40429" y="9034"/>
                    <a:pt x="40464" y="9034"/>
                  </a:cubicBezTo>
                  <a:cubicBezTo>
                    <a:pt x="40497" y="9034"/>
                    <a:pt x="40529" y="9027"/>
                    <a:pt x="40553" y="9014"/>
                  </a:cubicBezTo>
                  <a:lnTo>
                    <a:pt x="41731" y="8335"/>
                  </a:lnTo>
                  <a:cubicBezTo>
                    <a:pt x="41779" y="8307"/>
                    <a:pt x="41776" y="8257"/>
                    <a:pt x="41724" y="8225"/>
                  </a:cubicBezTo>
                  <a:lnTo>
                    <a:pt x="40363" y="7441"/>
                  </a:lnTo>
                  <a:cubicBezTo>
                    <a:pt x="40334" y="7425"/>
                    <a:pt x="40299" y="7418"/>
                    <a:pt x="40264" y="7418"/>
                  </a:cubicBezTo>
                  <a:close/>
                  <a:moveTo>
                    <a:pt x="22738" y="8082"/>
                  </a:moveTo>
                  <a:cubicBezTo>
                    <a:pt x="22706" y="8082"/>
                    <a:pt x="22675" y="8088"/>
                    <a:pt x="22652" y="8103"/>
                  </a:cubicBezTo>
                  <a:lnTo>
                    <a:pt x="21475" y="8782"/>
                  </a:lnTo>
                  <a:cubicBezTo>
                    <a:pt x="21424" y="8810"/>
                    <a:pt x="21427" y="8857"/>
                    <a:pt x="21482" y="8888"/>
                  </a:cubicBezTo>
                  <a:lnTo>
                    <a:pt x="22843" y="9673"/>
                  </a:lnTo>
                  <a:cubicBezTo>
                    <a:pt x="22870" y="9691"/>
                    <a:pt x="22907" y="9700"/>
                    <a:pt x="22943" y="9700"/>
                  </a:cubicBezTo>
                  <a:cubicBezTo>
                    <a:pt x="22975" y="9700"/>
                    <a:pt x="23007" y="9693"/>
                    <a:pt x="23032" y="9679"/>
                  </a:cubicBezTo>
                  <a:lnTo>
                    <a:pt x="24205" y="9000"/>
                  </a:lnTo>
                  <a:cubicBezTo>
                    <a:pt x="24256" y="8970"/>
                    <a:pt x="24253" y="8922"/>
                    <a:pt x="24199" y="8891"/>
                  </a:cubicBezTo>
                  <a:lnTo>
                    <a:pt x="22840" y="8107"/>
                  </a:lnTo>
                  <a:cubicBezTo>
                    <a:pt x="22811" y="8090"/>
                    <a:pt x="22774" y="8082"/>
                    <a:pt x="22738" y="8082"/>
                  </a:cubicBezTo>
                  <a:close/>
                  <a:moveTo>
                    <a:pt x="30858" y="8360"/>
                  </a:moveTo>
                  <a:cubicBezTo>
                    <a:pt x="30826" y="8360"/>
                    <a:pt x="30795" y="8367"/>
                    <a:pt x="30772" y="8379"/>
                  </a:cubicBezTo>
                  <a:lnTo>
                    <a:pt x="29594" y="9059"/>
                  </a:lnTo>
                  <a:cubicBezTo>
                    <a:pt x="29544" y="9090"/>
                    <a:pt x="29547" y="9137"/>
                    <a:pt x="29601" y="9167"/>
                  </a:cubicBezTo>
                  <a:lnTo>
                    <a:pt x="30960" y="9953"/>
                  </a:lnTo>
                  <a:cubicBezTo>
                    <a:pt x="30988" y="9969"/>
                    <a:pt x="31026" y="9977"/>
                    <a:pt x="31062" y="9977"/>
                  </a:cubicBezTo>
                  <a:cubicBezTo>
                    <a:pt x="31094" y="9977"/>
                    <a:pt x="31125" y="9971"/>
                    <a:pt x="31148" y="9956"/>
                  </a:cubicBezTo>
                  <a:lnTo>
                    <a:pt x="32325" y="9277"/>
                  </a:lnTo>
                  <a:cubicBezTo>
                    <a:pt x="32376" y="9249"/>
                    <a:pt x="32373" y="9202"/>
                    <a:pt x="32318" y="9172"/>
                  </a:cubicBezTo>
                  <a:lnTo>
                    <a:pt x="30960" y="8386"/>
                  </a:lnTo>
                  <a:cubicBezTo>
                    <a:pt x="30931" y="8368"/>
                    <a:pt x="30894" y="8360"/>
                    <a:pt x="30858" y="8360"/>
                  </a:cubicBezTo>
                  <a:close/>
                  <a:moveTo>
                    <a:pt x="43927" y="7547"/>
                  </a:moveTo>
                  <a:cubicBezTo>
                    <a:pt x="43894" y="7547"/>
                    <a:pt x="43862" y="7554"/>
                    <a:pt x="43837" y="7567"/>
                  </a:cubicBezTo>
                  <a:lnTo>
                    <a:pt x="40943" y="9240"/>
                  </a:lnTo>
                  <a:cubicBezTo>
                    <a:pt x="40892" y="9267"/>
                    <a:pt x="40895" y="9315"/>
                    <a:pt x="40950" y="9345"/>
                  </a:cubicBezTo>
                  <a:lnTo>
                    <a:pt x="42308" y="10134"/>
                  </a:lnTo>
                  <a:cubicBezTo>
                    <a:pt x="42336" y="10150"/>
                    <a:pt x="42372" y="10157"/>
                    <a:pt x="42407" y="10157"/>
                  </a:cubicBezTo>
                  <a:cubicBezTo>
                    <a:pt x="42441" y="10157"/>
                    <a:pt x="42472" y="10150"/>
                    <a:pt x="42496" y="10137"/>
                  </a:cubicBezTo>
                  <a:lnTo>
                    <a:pt x="45394" y="8465"/>
                  </a:lnTo>
                  <a:cubicBezTo>
                    <a:pt x="45441" y="8434"/>
                    <a:pt x="45438" y="8386"/>
                    <a:pt x="45386" y="8356"/>
                  </a:cubicBezTo>
                  <a:lnTo>
                    <a:pt x="44025" y="7570"/>
                  </a:lnTo>
                  <a:cubicBezTo>
                    <a:pt x="43997" y="7555"/>
                    <a:pt x="43961" y="7547"/>
                    <a:pt x="43927" y="7547"/>
                  </a:cubicBezTo>
                  <a:close/>
                  <a:moveTo>
                    <a:pt x="26833" y="8440"/>
                  </a:moveTo>
                  <a:cubicBezTo>
                    <a:pt x="26801" y="8440"/>
                    <a:pt x="26770" y="8447"/>
                    <a:pt x="26748" y="8461"/>
                  </a:cubicBezTo>
                  <a:lnTo>
                    <a:pt x="24755" y="9611"/>
                  </a:lnTo>
                  <a:cubicBezTo>
                    <a:pt x="24707" y="9638"/>
                    <a:pt x="24711" y="9687"/>
                    <a:pt x="24762" y="9717"/>
                  </a:cubicBezTo>
                  <a:lnTo>
                    <a:pt x="26124" y="10503"/>
                  </a:lnTo>
                  <a:cubicBezTo>
                    <a:pt x="26152" y="10519"/>
                    <a:pt x="26189" y="10527"/>
                    <a:pt x="26224" y="10527"/>
                  </a:cubicBezTo>
                  <a:cubicBezTo>
                    <a:pt x="26256" y="10527"/>
                    <a:pt x="26287" y="10520"/>
                    <a:pt x="26311" y="10506"/>
                  </a:cubicBezTo>
                  <a:lnTo>
                    <a:pt x="28301" y="9359"/>
                  </a:lnTo>
                  <a:cubicBezTo>
                    <a:pt x="28352" y="9328"/>
                    <a:pt x="28349" y="9281"/>
                    <a:pt x="28295" y="9249"/>
                  </a:cubicBezTo>
                  <a:lnTo>
                    <a:pt x="26936" y="8465"/>
                  </a:lnTo>
                  <a:cubicBezTo>
                    <a:pt x="26907" y="8449"/>
                    <a:pt x="26869" y="8440"/>
                    <a:pt x="26833" y="8440"/>
                  </a:cubicBezTo>
                  <a:close/>
                  <a:moveTo>
                    <a:pt x="21019" y="9075"/>
                  </a:moveTo>
                  <a:cubicBezTo>
                    <a:pt x="20988" y="9075"/>
                    <a:pt x="20957" y="9082"/>
                    <a:pt x="20932" y="9096"/>
                  </a:cubicBezTo>
                  <a:lnTo>
                    <a:pt x="19755" y="9772"/>
                  </a:lnTo>
                  <a:cubicBezTo>
                    <a:pt x="19707" y="9802"/>
                    <a:pt x="19710" y="9851"/>
                    <a:pt x="19762" y="9881"/>
                  </a:cubicBezTo>
                  <a:lnTo>
                    <a:pt x="21123" y="10666"/>
                  </a:lnTo>
                  <a:cubicBezTo>
                    <a:pt x="21152" y="10682"/>
                    <a:pt x="21188" y="10691"/>
                    <a:pt x="21224" y="10691"/>
                  </a:cubicBezTo>
                  <a:cubicBezTo>
                    <a:pt x="21256" y="10691"/>
                    <a:pt x="21287" y="10684"/>
                    <a:pt x="21312" y="10670"/>
                  </a:cubicBezTo>
                  <a:lnTo>
                    <a:pt x="22485" y="9991"/>
                  </a:lnTo>
                  <a:cubicBezTo>
                    <a:pt x="22536" y="9963"/>
                    <a:pt x="22533" y="9915"/>
                    <a:pt x="22482" y="9884"/>
                  </a:cubicBezTo>
                  <a:lnTo>
                    <a:pt x="21120" y="9099"/>
                  </a:lnTo>
                  <a:cubicBezTo>
                    <a:pt x="21091" y="9083"/>
                    <a:pt x="21055" y="9075"/>
                    <a:pt x="21019" y="9075"/>
                  </a:cubicBezTo>
                  <a:close/>
                  <a:moveTo>
                    <a:pt x="36462" y="9611"/>
                  </a:moveTo>
                  <a:cubicBezTo>
                    <a:pt x="36430" y="9611"/>
                    <a:pt x="36399" y="9618"/>
                    <a:pt x="36376" y="9632"/>
                  </a:cubicBezTo>
                  <a:lnTo>
                    <a:pt x="35199" y="10311"/>
                  </a:lnTo>
                  <a:cubicBezTo>
                    <a:pt x="35151" y="10339"/>
                    <a:pt x="35151" y="10390"/>
                    <a:pt x="35205" y="10421"/>
                  </a:cubicBezTo>
                  <a:lnTo>
                    <a:pt x="36568" y="11205"/>
                  </a:lnTo>
                  <a:cubicBezTo>
                    <a:pt x="36594" y="11221"/>
                    <a:pt x="36629" y="11229"/>
                    <a:pt x="36664" y="11229"/>
                  </a:cubicBezTo>
                  <a:cubicBezTo>
                    <a:pt x="36697" y="11229"/>
                    <a:pt x="36730" y="11222"/>
                    <a:pt x="36755" y="11209"/>
                  </a:cubicBezTo>
                  <a:lnTo>
                    <a:pt x="37929" y="10530"/>
                  </a:lnTo>
                  <a:cubicBezTo>
                    <a:pt x="37981" y="10499"/>
                    <a:pt x="37976" y="10451"/>
                    <a:pt x="37922" y="10421"/>
                  </a:cubicBezTo>
                  <a:lnTo>
                    <a:pt x="36564" y="9635"/>
                  </a:lnTo>
                  <a:cubicBezTo>
                    <a:pt x="36535" y="9619"/>
                    <a:pt x="36498" y="9611"/>
                    <a:pt x="36462" y="9611"/>
                  </a:cubicBezTo>
                  <a:close/>
                  <a:moveTo>
                    <a:pt x="40123" y="9740"/>
                  </a:moveTo>
                  <a:cubicBezTo>
                    <a:pt x="40091" y="9740"/>
                    <a:pt x="40061" y="9747"/>
                    <a:pt x="40038" y="9761"/>
                  </a:cubicBezTo>
                  <a:lnTo>
                    <a:pt x="38861" y="10441"/>
                  </a:lnTo>
                  <a:cubicBezTo>
                    <a:pt x="38810" y="10468"/>
                    <a:pt x="38813" y="10516"/>
                    <a:pt x="38868" y="10550"/>
                  </a:cubicBezTo>
                  <a:lnTo>
                    <a:pt x="40229" y="11335"/>
                  </a:lnTo>
                  <a:cubicBezTo>
                    <a:pt x="40256" y="11351"/>
                    <a:pt x="40291" y="11359"/>
                    <a:pt x="40326" y="11359"/>
                  </a:cubicBezTo>
                  <a:cubicBezTo>
                    <a:pt x="40359" y="11359"/>
                    <a:pt x="40392" y="11352"/>
                    <a:pt x="40417" y="11338"/>
                  </a:cubicBezTo>
                  <a:lnTo>
                    <a:pt x="41591" y="10659"/>
                  </a:lnTo>
                  <a:cubicBezTo>
                    <a:pt x="41642" y="10629"/>
                    <a:pt x="41639" y="10580"/>
                    <a:pt x="41585" y="10550"/>
                  </a:cubicBezTo>
                  <a:lnTo>
                    <a:pt x="40226" y="9765"/>
                  </a:lnTo>
                  <a:cubicBezTo>
                    <a:pt x="40197" y="9749"/>
                    <a:pt x="40160" y="9740"/>
                    <a:pt x="40123" y="9740"/>
                  </a:cubicBezTo>
                  <a:close/>
                  <a:moveTo>
                    <a:pt x="24303" y="9902"/>
                  </a:moveTo>
                  <a:cubicBezTo>
                    <a:pt x="24270" y="9902"/>
                    <a:pt x="24237" y="9909"/>
                    <a:pt x="24212" y="9922"/>
                  </a:cubicBezTo>
                  <a:lnTo>
                    <a:pt x="23038" y="10601"/>
                  </a:lnTo>
                  <a:cubicBezTo>
                    <a:pt x="22987" y="10632"/>
                    <a:pt x="22991" y="10680"/>
                    <a:pt x="23045" y="10711"/>
                  </a:cubicBezTo>
                  <a:lnTo>
                    <a:pt x="24404" y="11495"/>
                  </a:lnTo>
                  <a:cubicBezTo>
                    <a:pt x="24432" y="11512"/>
                    <a:pt x="24469" y="11520"/>
                    <a:pt x="24505" y="11520"/>
                  </a:cubicBezTo>
                  <a:cubicBezTo>
                    <a:pt x="24537" y="11520"/>
                    <a:pt x="24568" y="11513"/>
                    <a:pt x="24591" y="11499"/>
                  </a:cubicBezTo>
                  <a:lnTo>
                    <a:pt x="25768" y="10820"/>
                  </a:lnTo>
                  <a:cubicBezTo>
                    <a:pt x="25817" y="10793"/>
                    <a:pt x="25817" y="10744"/>
                    <a:pt x="25762" y="10714"/>
                  </a:cubicBezTo>
                  <a:lnTo>
                    <a:pt x="24400" y="9925"/>
                  </a:lnTo>
                  <a:cubicBezTo>
                    <a:pt x="24374" y="9910"/>
                    <a:pt x="24338" y="9902"/>
                    <a:pt x="24303" y="9902"/>
                  </a:cubicBezTo>
                  <a:close/>
                  <a:moveTo>
                    <a:pt x="19303" y="10066"/>
                  </a:moveTo>
                  <a:cubicBezTo>
                    <a:pt x="19270" y="10066"/>
                    <a:pt x="19237" y="10073"/>
                    <a:pt x="19212" y="10086"/>
                  </a:cubicBezTo>
                  <a:lnTo>
                    <a:pt x="18038" y="10765"/>
                  </a:lnTo>
                  <a:cubicBezTo>
                    <a:pt x="17987" y="10796"/>
                    <a:pt x="17990" y="10843"/>
                    <a:pt x="18045" y="10875"/>
                  </a:cubicBezTo>
                  <a:lnTo>
                    <a:pt x="19403" y="11659"/>
                  </a:lnTo>
                  <a:cubicBezTo>
                    <a:pt x="19432" y="11676"/>
                    <a:pt x="19469" y="11684"/>
                    <a:pt x="19505" y="11684"/>
                  </a:cubicBezTo>
                  <a:cubicBezTo>
                    <a:pt x="19537" y="11684"/>
                    <a:pt x="19569" y="11677"/>
                    <a:pt x="19591" y="11662"/>
                  </a:cubicBezTo>
                  <a:lnTo>
                    <a:pt x="20768" y="10983"/>
                  </a:lnTo>
                  <a:cubicBezTo>
                    <a:pt x="20816" y="10956"/>
                    <a:pt x="20816" y="10908"/>
                    <a:pt x="20762" y="10878"/>
                  </a:cubicBezTo>
                  <a:lnTo>
                    <a:pt x="19400" y="10089"/>
                  </a:lnTo>
                  <a:cubicBezTo>
                    <a:pt x="19374" y="10073"/>
                    <a:pt x="19338" y="10066"/>
                    <a:pt x="19303" y="10066"/>
                  </a:cubicBezTo>
                  <a:close/>
                  <a:moveTo>
                    <a:pt x="26876" y="10658"/>
                  </a:moveTo>
                  <a:cubicBezTo>
                    <a:pt x="26845" y="10658"/>
                    <a:pt x="26813" y="10665"/>
                    <a:pt x="26789" y="10680"/>
                  </a:cubicBezTo>
                  <a:lnTo>
                    <a:pt x="25615" y="11359"/>
                  </a:lnTo>
                  <a:cubicBezTo>
                    <a:pt x="25564" y="11386"/>
                    <a:pt x="25567" y="11434"/>
                    <a:pt x="25622" y="11468"/>
                  </a:cubicBezTo>
                  <a:lnTo>
                    <a:pt x="26980" y="12253"/>
                  </a:lnTo>
                  <a:cubicBezTo>
                    <a:pt x="27008" y="12269"/>
                    <a:pt x="27043" y="12277"/>
                    <a:pt x="27078" y="12277"/>
                  </a:cubicBezTo>
                  <a:cubicBezTo>
                    <a:pt x="27111" y="12277"/>
                    <a:pt x="27143" y="12270"/>
                    <a:pt x="27168" y="12256"/>
                  </a:cubicBezTo>
                  <a:lnTo>
                    <a:pt x="28345" y="11577"/>
                  </a:lnTo>
                  <a:cubicBezTo>
                    <a:pt x="28393" y="11547"/>
                    <a:pt x="28390" y="11499"/>
                    <a:pt x="28339" y="11468"/>
                  </a:cubicBezTo>
                  <a:lnTo>
                    <a:pt x="26977" y="10683"/>
                  </a:lnTo>
                  <a:cubicBezTo>
                    <a:pt x="26948" y="10667"/>
                    <a:pt x="26912" y="10658"/>
                    <a:pt x="26876" y="10658"/>
                  </a:cubicBezTo>
                  <a:close/>
                  <a:moveTo>
                    <a:pt x="38405" y="10733"/>
                  </a:moveTo>
                  <a:cubicBezTo>
                    <a:pt x="38373" y="10733"/>
                    <a:pt x="38342" y="10740"/>
                    <a:pt x="38318" y="10755"/>
                  </a:cubicBezTo>
                  <a:lnTo>
                    <a:pt x="37141" y="11434"/>
                  </a:lnTo>
                  <a:cubicBezTo>
                    <a:pt x="37093" y="11461"/>
                    <a:pt x="37096" y="11509"/>
                    <a:pt x="37148" y="11540"/>
                  </a:cubicBezTo>
                  <a:lnTo>
                    <a:pt x="38509" y="12325"/>
                  </a:lnTo>
                  <a:cubicBezTo>
                    <a:pt x="38539" y="12342"/>
                    <a:pt x="38576" y="12350"/>
                    <a:pt x="38613" y="12350"/>
                  </a:cubicBezTo>
                  <a:cubicBezTo>
                    <a:pt x="38644" y="12350"/>
                    <a:pt x="38674" y="12344"/>
                    <a:pt x="38697" y="12332"/>
                  </a:cubicBezTo>
                  <a:lnTo>
                    <a:pt x="39874" y="11653"/>
                  </a:lnTo>
                  <a:cubicBezTo>
                    <a:pt x="39922" y="11622"/>
                    <a:pt x="39919" y="11574"/>
                    <a:pt x="39868" y="11543"/>
                  </a:cubicBezTo>
                  <a:lnTo>
                    <a:pt x="38506" y="10758"/>
                  </a:lnTo>
                  <a:cubicBezTo>
                    <a:pt x="38477" y="10742"/>
                    <a:pt x="38441" y="10733"/>
                    <a:pt x="38405" y="10733"/>
                  </a:cubicBezTo>
                  <a:close/>
                  <a:moveTo>
                    <a:pt x="22584" y="10895"/>
                  </a:moveTo>
                  <a:cubicBezTo>
                    <a:pt x="22551" y="10895"/>
                    <a:pt x="22519" y="10902"/>
                    <a:pt x="22495" y="10915"/>
                  </a:cubicBezTo>
                  <a:lnTo>
                    <a:pt x="21318" y="11595"/>
                  </a:lnTo>
                  <a:cubicBezTo>
                    <a:pt x="21266" y="11622"/>
                    <a:pt x="21271" y="11673"/>
                    <a:pt x="21325" y="11703"/>
                  </a:cubicBezTo>
                  <a:lnTo>
                    <a:pt x="22684" y="12489"/>
                  </a:lnTo>
                  <a:cubicBezTo>
                    <a:pt x="22711" y="12505"/>
                    <a:pt x="22747" y="12512"/>
                    <a:pt x="22782" y="12512"/>
                  </a:cubicBezTo>
                  <a:cubicBezTo>
                    <a:pt x="22816" y="12512"/>
                    <a:pt x="22848" y="12505"/>
                    <a:pt x="22871" y="12492"/>
                  </a:cubicBezTo>
                  <a:lnTo>
                    <a:pt x="24048" y="11813"/>
                  </a:lnTo>
                  <a:cubicBezTo>
                    <a:pt x="24100" y="11785"/>
                    <a:pt x="24097" y="11735"/>
                    <a:pt x="24042" y="11703"/>
                  </a:cubicBezTo>
                  <a:lnTo>
                    <a:pt x="22684" y="10919"/>
                  </a:lnTo>
                  <a:cubicBezTo>
                    <a:pt x="22655" y="10903"/>
                    <a:pt x="22619" y="10895"/>
                    <a:pt x="22584" y="10895"/>
                  </a:cubicBezTo>
                  <a:close/>
                  <a:moveTo>
                    <a:pt x="16833" y="11491"/>
                  </a:moveTo>
                  <a:cubicBezTo>
                    <a:pt x="16801" y="11491"/>
                    <a:pt x="16771" y="11498"/>
                    <a:pt x="16748" y="11513"/>
                  </a:cubicBezTo>
                  <a:lnTo>
                    <a:pt x="15570" y="12192"/>
                  </a:lnTo>
                  <a:cubicBezTo>
                    <a:pt x="15520" y="12219"/>
                    <a:pt x="15523" y="12267"/>
                    <a:pt x="15578" y="12297"/>
                  </a:cubicBezTo>
                  <a:lnTo>
                    <a:pt x="16936" y="13083"/>
                  </a:lnTo>
                  <a:cubicBezTo>
                    <a:pt x="16965" y="13101"/>
                    <a:pt x="17002" y="13109"/>
                    <a:pt x="17038" y="13109"/>
                  </a:cubicBezTo>
                  <a:cubicBezTo>
                    <a:pt x="17070" y="13109"/>
                    <a:pt x="17101" y="13102"/>
                    <a:pt x="17123" y="13089"/>
                  </a:cubicBezTo>
                  <a:lnTo>
                    <a:pt x="18301" y="12410"/>
                  </a:lnTo>
                  <a:cubicBezTo>
                    <a:pt x="18352" y="12379"/>
                    <a:pt x="18349" y="12332"/>
                    <a:pt x="18294" y="12301"/>
                  </a:cubicBezTo>
                  <a:lnTo>
                    <a:pt x="16936" y="11516"/>
                  </a:lnTo>
                  <a:cubicBezTo>
                    <a:pt x="16907" y="11500"/>
                    <a:pt x="16869" y="11491"/>
                    <a:pt x="16833" y="11491"/>
                  </a:cubicBezTo>
                  <a:close/>
                  <a:moveTo>
                    <a:pt x="28777" y="9561"/>
                  </a:moveTo>
                  <a:cubicBezTo>
                    <a:pt x="28745" y="9561"/>
                    <a:pt x="28714" y="9568"/>
                    <a:pt x="28690" y="9581"/>
                  </a:cubicBezTo>
                  <a:lnTo>
                    <a:pt x="27332" y="10366"/>
                  </a:lnTo>
                  <a:cubicBezTo>
                    <a:pt x="27284" y="10393"/>
                    <a:pt x="27287" y="10444"/>
                    <a:pt x="27339" y="10475"/>
                  </a:cubicBezTo>
                  <a:lnTo>
                    <a:pt x="29089" y="11486"/>
                  </a:lnTo>
                  <a:cubicBezTo>
                    <a:pt x="29141" y="11516"/>
                    <a:pt x="29144" y="11563"/>
                    <a:pt x="29096" y="11591"/>
                  </a:cubicBezTo>
                  <a:lnTo>
                    <a:pt x="28008" y="12219"/>
                  </a:lnTo>
                  <a:cubicBezTo>
                    <a:pt x="27960" y="12247"/>
                    <a:pt x="27963" y="12297"/>
                    <a:pt x="28014" y="12328"/>
                  </a:cubicBezTo>
                  <a:lnTo>
                    <a:pt x="29376" y="13113"/>
                  </a:lnTo>
                  <a:cubicBezTo>
                    <a:pt x="29404" y="13129"/>
                    <a:pt x="29439" y="13137"/>
                    <a:pt x="29474" y="13137"/>
                  </a:cubicBezTo>
                  <a:cubicBezTo>
                    <a:pt x="29507" y="13137"/>
                    <a:pt x="29539" y="13130"/>
                    <a:pt x="29564" y="13116"/>
                  </a:cubicBezTo>
                  <a:lnTo>
                    <a:pt x="32189" y="11601"/>
                  </a:lnTo>
                  <a:cubicBezTo>
                    <a:pt x="32236" y="11574"/>
                    <a:pt x="32233" y="11522"/>
                    <a:pt x="32181" y="11492"/>
                  </a:cubicBezTo>
                  <a:lnTo>
                    <a:pt x="28878" y="9588"/>
                  </a:lnTo>
                  <a:cubicBezTo>
                    <a:pt x="28849" y="9570"/>
                    <a:pt x="28812" y="9561"/>
                    <a:pt x="28777" y="9561"/>
                  </a:cubicBezTo>
                  <a:close/>
                  <a:moveTo>
                    <a:pt x="25158" y="11651"/>
                  </a:moveTo>
                  <a:cubicBezTo>
                    <a:pt x="25126" y="11651"/>
                    <a:pt x="25095" y="11658"/>
                    <a:pt x="25072" y="11673"/>
                  </a:cubicBezTo>
                  <a:lnTo>
                    <a:pt x="23895" y="12352"/>
                  </a:lnTo>
                  <a:cubicBezTo>
                    <a:pt x="23843" y="12379"/>
                    <a:pt x="23847" y="12428"/>
                    <a:pt x="23902" y="12458"/>
                  </a:cubicBezTo>
                  <a:lnTo>
                    <a:pt x="25260" y="13243"/>
                  </a:lnTo>
                  <a:cubicBezTo>
                    <a:pt x="25290" y="13260"/>
                    <a:pt x="25329" y="13268"/>
                    <a:pt x="25366" y="13268"/>
                  </a:cubicBezTo>
                  <a:cubicBezTo>
                    <a:pt x="25397" y="13268"/>
                    <a:pt x="25426" y="13262"/>
                    <a:pt x="25448" y="13250"/>
                  </a:cubicBezTo>
                  <a:lnTo>
                    <a:pt x="26625" y="12571"/>
                  </a:lnTo>
                  <a:cubicBezTo>
                    <a:pt x="26677" y="12540"/>
                    <a:pt x="26673" y="12492"/>
                    <a:pt x="26619" y="12461"/>
                  </a:cubicBezTo>
                  <a:lnTo>
                    <a:pt x="25256" y="11676"/>
                  </a:lnTo>
                  <a:cubicBezTo>
                    <a:pt x="25230" y="11660"/>
                    <a:pt x="25193" y="11651"/>
                    <a:pt x="25158" y="11651"/>
                  </a:cubicBezTo>
                  <a:close/>
                  <a:moveTo>
                    <a:pt x="36686" y="11725"/>
                  </a:moveTo>
                  <a:cubicBezTo>
                    <a:pt x="36654" y="11725"/>
                    <a:pt x="36622" y="11732"/>
                    <a:pt x="36598" y="11744"/>
                  </a:cubicBezTo>
                  <a:lnTo>
                    <a:pt x="35424" y="12423"/>
                  </a:lnTo>
                  <a:cubicBezTo>
                    <a:pt x="35373" y="12455"/>
                    <a:pt x="35376" y="12502"/>
                    <a:pt x="35431" y="12533"/>
                  </a:cubicBezTo>
                  <a:lnTo>
                    <a:pt x="36789" y="13318"/>
                  </a:lnTo>
                  <a:cubicBezTo>
                    <a:pt x="36818" y="13334"/>
                    <a:pt x="36855" y="13343"/>
                    <a:pt x="36891" y="13343"/>
                  </a:cubicBezTo>
                  <a:cubicBezTo>
                    <a:pt x="36923" y="13343"/>
                    <a:pt x="36954" y="13336"/>
                    <a:pt x="36977" y="13321"/>
                  </a:cubicBezTo>
                  <a:lnTo>
                    <a:pt x="38154" y="12642"/>
                  </a:lnTo>
                  <a:cubicBezTo>
                    <a:pt x="38202" y="12615"/>
                    <a:pt x="38202" y="12567"/>
                    <a:pt x="38148" y="12536"/>
                  </a:cubicBezTo>
                  <a:lnTo>
                    <a:pt x="36785" y="11752"/>
                  </a:lnTo>
                  <a:cubicBezTo>
                    <a:pt x="36759" y="11734"/>
                    <a:pt x="36722" y="11725"/>
                    <a:pt x="36686" y="11725"/>
                  </a:cubicBezTo>
                  <a:close/>
                  <a:moveTo>
                    <a:pt x="20863" y="11887"/>
                  </a:moveTo>
                  <a:cubicBezTo>
                    <a:pt x="20831" y="11887"/>
                    <a:pt x="20799" y="11894"/>
                    <a:pt x="20775" y="11908"/>
                  </a:cubicBezTo>
                  <a:lnTo>
                    <a:pt x="19598" y="12587"/>
                  </a:lnTo>
                  <a:cubicBezTo>
                    <a:pt x="19550" y="12615"/>
                    <a:pt x="19554" y="12666"/>
                    <a:pt x="19605" y="12697"/>
                  </a:cubicBezTo>
                  <a:lnTo>
                    <a:pt x="20967" y="13482"/>
                  </a:lnTo>
                  <a:cubicBezTo>
                    <a:pt x="20994" y="13498"/>
                    <a:pt x="21030" y="13506"/>
                    <a:pt x="21064" y="13506"/>
                  </a:cubicBezTo>
                  <a:cubicBezTo>
                    <a:pt x="21097" y="13506"/>
                    <a:pt x="21129" y="13499"/>
                    <a:pt x="21154" y="13485"/>
                  </a:cubicBezTo>
                  <a:lnTo>
                    <a:pt x="22328" y="12806"/>
                  </a:lnTo>
                  <a:cubicBezTo>
                    <a:pt x="22380" y="12776"/>
                    <a:pt x="22376" y="12727"/>
                    <a:pt x="22322" y="12697"/>
                  </a:cubicBezTo>
                  <a:lnTo>
                    <a:pt x="20963" y="11912"/>
                  </a:lnTo>
                  <a:cubicBezTo>
                    <a:pt x="20935" y="11896"/>
                    <a:pt x="20898" y="11887"/>
                    <a:pt x="20863" y="11887"/>
                  </a:cubicBezTo>
                  <a:close/>
                  <a:moveTo>
                    <a:pt x="15111" y="12484"/>
                  </a:moveTo>
                  <a:cubicBezTo>
                    <a:pt x="15081" y="12484"/>
                    <a:pt x="15051" y="12490"/>
                    <a:pt x="15028" y="12502"/>
                  </a:cubicBezTo>
                  <a:lnTo>
                    <a:pt x="13850" y="13181"/>
                  </a:lnTo>
                  <a:cubicBezTo>
                    <a:pt x="13803" y="13212"/>
                    <a:pt x="13806" y="13260"/>
                    <a:pt x="13858" y="13291"/>
                  </a:cubicBezTo>
                  <a:lnTo>
                    <a:pt x="15219" y="14076"/>
                  </a:lnTo>
                  <a:cubicBezTo>
                    <a:pt x="15246" y="14092"/>
                    <a:pt x="15283" y="14101"/>
                    <a:pt x="15318" y="14101"/>
                  </a:cubicBezTo>
                  <a:cubicBezTo>
                    <a:pt x="15351" y="14101"/>
                    <a:pt x="15382" y="14094"/>
                    <a:pt x="15407" y="14079"/>
                  </a:cubicBezTo>
                  <a:lnTo>
                    <a:pt x="16581" y="13400"/>
                  </a:lnTo>
                  <a:cubicBezTo>
                    <a:pt x="16632" y="13373"/>
                    <a:pt x="16629" y="13324"/>
                    <a:pt x="16574" y="13294"/>
                  </a:cubicBezTo>
                  <a:lnTo>
                    <a:pt x="15216" y="12509"/>
                  </a:lnTo>
                  <a:cubicBezTo>
                    <a:pt x="15186" y="12492"/>
                    <a:pt x="15148" y="12484"/>
                    <a:pt x="15111" y="12484"/>
                  </a:cubicBezTo>
                  <a:close/>
                  <a:moveTo>
                    <a:pt x="27553" y="12511"/>
                  </a:moveTo>
                  <a:cubicBezTo>
                    <a:pt x="27521" y="12511"/>
                    <a:pt x="27489" y="12518"/>
                    <a:pt x="27465" y="12533"/>
                  </a:cubicBezTo>
                  <a:lnTo>
                    <a:pt x="26291" y="13212"/>
                  </a:lnTo>
                  <a:cubicBezTo>
                    <a:pt x="26239" y="13239"/>
                    <a:pt x="26243" y="13288"/>
                    <a:pt x="26298" y="13321"/>
                  </a:cubicBezTo>
                  <a:lnTo>
                    <a:pt x="27656" y="14107"/>
                  </a:lnTo>
                  <a:cubicBezTo>
                    <a:pt x="27684" y="14122"/>
                    <a:pt x="27720" y="14130"/>
                    <a:pt x="27755" y="14130"/>
                  </a:cubicBezTo>
                  <a:cubicBezTo>
                    <a:pt x="27788" y="14130"/>
                    <a:pt x="27821" y="14123"/>
                    <a:pt x="27844" y="14110"/>
                  </a:cubicBezTo>
                  <a:lnTo>
                    <a:pt x="29021" y="13431"/>
                  </a:lnTo>
                  <a:cubicBezTo>
                    <a:pt x="29069" y="13400"/>
                    <a:pt x="29065" y="13352"/>
                    <a:pt x="29015" y="13321"/>
                  </a:cubicBezTo>
                  <a:lnTo>
                    <a:pt x="27652" y="12536"/>
                  </a:lnTo>
                  <a:cubicBezTo>
                    <a:pt x="27626" y="12520"/>
                    <a:pt x="27589" y="12511"/>
                    <a:pt x="27553" y="12511"/>
                  </a:cubicBezTo>
                  <a:close/>
                  <a:moveTo>
                    <a:pt x="23439" y="12643"/>
                  </a:moveTo>
                  <a:cubicBezTo>
                    <a:pt x="23408" y="12643"/>
                    <a:pt x="23376" y="12650"/>
                    <a:pt x="23352" y="12663"/>
                  </a:cubicBezTo>
                  <a:lnTo>
                    <a:pt x="22175" y="13342"/>
                  </a:lnTo>
                  <a:cubicBezTo>
                    <a:pt x="22127" y="13373"/>
                    <a:pt x="22127" y="13420"/>
                    <a:pt x="22181" y="13451"/>
                  </a:cubicBezTo>
                  <a:lnTo>
                    <a:pt x="23544" y="14236"/>
                  </a:lnTo>
                  <a:cubicBezTo>
                    <a:pt x="23571" y="14252"/>
                    <a:pt x="23607" y="14261"/>
                    <a:pt x="23643" y="14261"/>
                  </a:cubicBezTo>
                  <a:cubicBezTo>
                    <a:pt x="23675" y="14261"/>
                    <a:pt x="23707" y="14254"/>
                    <a:pt x="23731" y="14239"/>
                  </a:cubicBezTo>
                  <a:lnTo>
                    <a:pt x="24905" y="13560"/>
                  </a:lnTo>
                  <a:cubicBezTo>
                    <a:pt x="24957" y="13533"/>
                    <a:pt x="24953" y="13485"/>
                    <a:pt x="24898" y="13455"/>
                  </a:cubicBezTo>
                  <a:lnTo>
                    <a:pt x="23540" y="12669"/>
                  </a:lnTo>
                  <a:cubicBezTo>
                    <a:pt x="23511" y="12651"/>
                    <a:pt x="23475" y="12643"/>
                    <a:pt x="23439" y="12643"/>
                  </a:cubicBezTo>
                  <a:close/>
                  <a:moveTo>
                    <a:pt x="19144" y="12880"/>
                  </a:moveTo>
                  <a:cubicBezTo>
                    <a:pt x="19111" y="12880"/>
                    <a:pt x="19079" y="12887"/>
                    <a:pt x="19055" y="12902"/>
                  </a:cubicBezTo>
                  <a:lnTo>
                    <a:pt x="17881" y="13581"/>
                  </a:lnTo>
                  <a:cubicBezTo>
                    <a:pt x="17830" y="13608"/>
                    <a:pt x="17834" y="13656"/>
                    <a:pt x="17888" y="13687"/>
                  </a:cubicBezTo>
                  <a:lnTo>
                    <a:pt x="19247" y="14471"/>
                  </a:lnTo>
                  <a:cubicBezTo>
                    <a:pt x="19275" y="14489"/>
                    <a:pt x="19312" y="14498"/>
                    <a:pt x="19347" y="14498"/>
                  </a:cubicBezTo>
                  <a:cubicBezTo>
                    <a:pt x="19379" y="14498"/>
                    <a:pt x="19410" y="14491"/>
                    <a:pt x="19434" y="14479"/>
                  </a:cubicBezTo>
                  <a:lnTo>
                    <a:pt x="20611" y="13800"/>
                  </a:lnTo>
                  <a:cubicBezTo>
                    <a:pt x="20660" y="13768"/>
                    <a:pt x="20660" y="13721"/>
                    <a:pt x="20605" y="13690"/>
                  </a:cubicBezTo>
                  <a:lnTo>
                    <a:pt x="19243" y="12905"/>
                  </a:lnTo>
                  <a:cubicBezTo>
                    <a:pt x="19216" y="12889"/>
                    <a:pt x="19180" y="12880"/>
                    <a:pt x="19144" y="12880"/>
                  </a:cubicBezTo>
                  <a:close/>
                  <a:moveTo>
                    <a:pt x="32662" y="11805"/>
                  </a:moveTo>
                  <a:cubicBezTo>
                    <a:pt x="32630" y="11805"/>
                    <a:pt x="32598" y="11812"/>
                    <a:pt x="32574" y="11826"/>
                  </a:cubicBezTo>
                  <a:lnTo>
                    <a:pt x="29137" y="13809"/>
                  </a:lnTo>
                  <a:cubicBezTo>
                    <a:pt x="29086" y="13841"/>
                    <a:pt x="29089" y="13888"/>
                    <a:pt x="29144" y="13918"/>
                  </a:cubicBezTo>
                  <a:lnTo>
                    <a:pt x="30502" y="14704"/>
                  </a:lnTo>
                  <a:cubicBezTo>
                    <a:pt x="30531" y="14720"/>
                    <a:pt x="30568" y="14728"/>
                    <a:pt x="30605" y="14728"/>
                  </a:cubicBezTo>
                  <a:cubicBezTo>
                    <a:pt x="30637" y="14728"/>
                    <a:pt x="30669" y="14721"/>
                    <a:pt x="30694" y="14707"/>
                  </a:cubicBezTo>
                  <a:lnTo>
                    <a:pt x="34131" y="12724"/>
                  </a:lnTo>
                  <a:cubicBezTo>
                    <a:pt x="34178" y="12694"/>
                    <a:pt x="34178" y="12645"/>
                    <a:pt x="34123" y="12615"/>
                  </a:cubicBezTo>
                  <a:lnTo>
                    <a:pt x="32762" y="11830"/>
                  </a:lnTo>
                  <a:cubicBezTo>
                    <a:pt x="32735" y="11814"/>
                    <a:pt x="32698" y="11805"/>
                    <a:pt x="32662" y="11805"/>
                  </a:cubicBezTo>
                  <a:close/>
                  <a:moveTo>
                    <a:pt x="34605" y="12927"/>
                  </a:moveTo>
                  <a:cubicBezTo>
                    <a:pt x="34573" y="12927"/>
                    <a:pt x="34542" y="12933"/>
                    <a:pt x="34520" y="12946"/>
                  </a:cubicBezTo>
                  <a:lnTo>
                    <a:pt x="32707" y="13994"/>
                  </a:lnTo>
                  <a:cubicBezTo>
                    <a:pt x="32660" y="14021"/>
                    <a:pt x="32663" y="14069"/>
                    <a:pt x="32714" y="14099"/>
                  </a:cubicBezTo>
                  <a:lnTo>
                    <a:pt x="34076" y="14885"/>
                  </a:lnTo>
                  <a:cubicBezTo>
                    <a:pt x="34105" y="14901"/>
                    <a:pt x="34141" y="14909"/>
                    <a:pt x="34177" y="14909"/>
                  </a:cubicBezTo>
                  <a:cubicBezTo>
                    <a:pt x="34208" y="14909"/>
                    <a:pt x="34239" y="14903"/>
                    <a:pt x="34263" y="14888"/>
                  </a:cubicBezTo>
                  <a:lnTo>
                    <a:pt x="36072" y="13844"/>
                  </a:lnTo>
                  <a:cubicBezTo>
                    <a:pt x="36124" y="13816"/>
                    <a:pt x="36120" y="13768"/>
                    <a:pt x="36065" y="13738"/>
                  </a:cubicBezTo>
                  <a:lnTo>
                    <a:pt x="34707" y="12953"/>
                  </a:lnTo>
                  <a:cubicBezTo>
                    <a:pt x="34678" y="12935"/>
                    <a:pt x="34641" y="12927"/>
                    <a:pt x="34605" y="12927"/>
                  </a:cubicBezTo>
                  <a:close/>
                  <a:moveTo>
                    <a:pt x="13397" y="13475"/>
                  </a:moveTo>
                  <a:cubicBezTo>
                    <a:pt x="13365" y="13475"/>
                    <a:pt x="13333" y="13482"/>
                    <a:pt x="13308" y="13496"/>
                  </a:cubicBezTo>
                  <a:lnTo>
                    <a:pt x="12133" y="14175"/>
                  </a:lnTo>
                  <a:cubicBezTo>
                    <a:pt x="12083" y="14205"/>
                    <a:pt x="12086" y="14253"/>
                    <a:pt x="12141" y="14284"/>
                  </a:cubicBezTo>
                  <a:lnTo>
                    <a:pt x="13499" y="15069"/>
                  </a:lnTo>
                  <a:cubicBezTo>
                    <a:pt x="13528" y="15085"/>
                    <a:pt x="13564" y="15094"/>
                    <a:pt x="13600" y="15094"/>
                  </a:cubicBezTo>
                  <a:cubicBezTo>
                    <a:pt x="13631" y="15094"/>
                    <a:pt x="13662" y="15087"/>
                    <a:pt x="13686" y="15072"/>
                  </a:cubicBezTo>
                  <a:lnTo>
                    <a:pt x="14864" y="14393"/>
                  </a:lnTo>
                  <a:cubicBezTo>
                    <a:pt x="14912" y="14366"/>
                    <a:pt x="14909" y="14318"/>
                    <a:pt x="14857" y="14284"/>
                  </a:cubicBezTo>
                  <a:lnTo>
                    <a:pt x="13496" y="13499"/>
                  </a:lnTo>
                  <a:cubicBezTo>
                    <a:pt x="13467" y="13483"/>
                    <a:pt x="13432" y="13475"/>
                    <a:pt x="13397" y="13475"/>
                  </a:cubicBezTo>
                  <a:close/>
                  <a:moveTo>
                    <a:pt x="25834" y="13505"/>
                  </a:moveTo>
                  <a:cubicBezTo>
                    <a:pt x="25802" y="13505"/>
                    <a:pt x="25771" y="13512"/>
                    <a:pt x="25748" y="13526"/>
                  </a:cubicBezTo>
                  <a:lnTo>
                    <a:pt x="24571" y="14205"/>
                  </a:lnTo>
                  <a:cubicBezTo>
                    <a:pt x="24519" y="14233"/>
                    <a:pt x="24522" y="14280"/>
                    <a:pt x="24577" y="14312"/>
                  </a:cubicBezTo>
                  <a:lnTo>
                    <a:pt x="25935" y="15096"/>
                  </a:lnTo>
                  <a:cubicBezTo>
                    <a:pt x="25965" y="15112"/>
                    <a:pt x="26002" y="15121"/>
                    <a:pt x="26038" y="15121"/>
                  </a:cubicBezTo>
                  <a:cubicBezTo>
                    <a:pt x="26070" y="15121"/>
                    <a:pt x="26101" y="15114"/>
                    <a:pt x="26124" y="15100"/>
                  </a:cubicBezTo>
                  <a:lnTo>
                    <a:pt x="27301" y="14420"/>
                  </a:lnTo>
                  <a:cubicBezTo>
                    <a:pt x="27353" y="14393"/>
                    <a:pt x="27348" y="14345"/>
                    <a:pt x="27294" y="14315"/>
                  </a:cubicBezTo>
                  <a:lnTo>
                    <a:pt x="25935" y="13529"/>
                  </a:lnTo>
                  <a:cubicBezTo>
                    <a:pt x="25907" y="13513"/>
                    <a:pt x="25870" y="13505"/>
                    <a:pt x="25834" y="13505"/>
                  </a:cubicBezTo>
                  <a:close/>
                  <a:moveTo>
                    <a:pt x="21722" y="13636"/>
                  </a:moveTo>
                  <a:cubicBezTo>
                    <a:pt x="21689" y="13636"/>
                    <a:pt x="21657" y="13643"/>
                    <a:pt x="21632" y="13656"/>
                  </a:cubicBezTo>
                  <a:lnTo>
                    <a:pt x="20458" y="14335"/>
                  </a:lnTo>
                  <a:cubicBezTo>
                    <a:pt x="20406" y="14366"/>
                    <a:pt x="20411" y="14414"/>
                    <a:pt x="20465" y="14444"/>
                  </a:cubicBezTo>
                  <a:lnTo>
                    <a:pt x="21823" y="15229"/>
                  </a:lnTo>
                  <a:cubicBezTo>
                    <a:pt x="21852" y="15245"/>
                    <a:pt x="21889" y="15254"/>
                    <a:pt x="21924" y="15254"/>
                  </a:cubicBezTo>
                  <a:cubicBezTo>
                    <a:pt x="21956" y="15254"/>
                    <a:pt x="21987" y="15247"/>
                    <a:pt x="22011" y="15233"/>
                  </a:cubicBezTo>
                  <a:lnTo>
                    <a:pt x="23188" y="14553"/>
                  </a:lnTo>
                  <a:cubicBezTo>
                    <a:pt x="23236" y="14526"/>
                    <a:pt x="23232" y="14479"/>
                    <a:pt x="23182" y="14444"/>
                  </a:cubicBezTo>
                  <a:lnTo>
                    <a:pt x="21819" y="13660"/>
                  </a:lnTo>
                  <a:cubicBezTo>
                    <a:pt x="21792" y="13644"/>
                    <a:pt x="21756" y="13636"/>
                    <a:pt x="21722" y="13636"/>
                  </a:cubicBezTo>
                  <a:close/>
                  <a:moveTo>
                    <a:pt x="17421" y="13873"/>
                  </a:moveTo>
                  <a:cubicBezTo>
                    <a:pt x="17390" y="13873"/>
                    <a:pt x="17361" y="13879"/>
                    <a:pt x="17339" y="13891"/>
                  </a:cubicBezTo>
                  <a:lnTo>
                    <a:pt x="16161" y="14570"/>
                  </a:lnTo>
                  <a:cubicBezTo>
                    <a:pt x="16110" y="14601"/>
                    <a:pt x="16113" y="14649"/>
                    <a:pt x="16167" y="14680"/>
                  </a:cubicBezTo>
                  <a:lnTo>
                    <a:pt x="17526" y="15465"/>
                  </a:lnTo>
                  <a:cubicBezTo>
                    <a:pt x="17555" y="15481"/>
                    <a:pt x="17593" y="15490"/>
                    <a:pt x="17629" y="15490"/>
                  </a:cubicBezTo>
                  <a:cubicBezTo>
                    <a:pt x="17661" y="15490"/>
                    <a:pt x="17692" y="15483"/>
                    <a:pt x="17714" y="15468"/>
                  </a:cubicBezTo>
                  <a:lnTo>
                    <a:pt x="18891" y="14789"/>
                  </a:lnTo>
                  <a:cubicBezTo>
                    <a:pt x="18943" y="14762"/>
                    <a:pt x="18939" y="14714"/>
                    <a:pt x="18885" y="14683"/>
                  </a:cubicBezTo>
                  <a:lnTo>
                    <a:pt x="17526" y="13898"/>
                  </a:lnTo>
                  <a:cubicBezTo>
                    <a:pt x="17497" y="13881"/>
                    <a:pt x="17458" y="13873"/>
                    <a:pt x="17421" y="13873"/>
                  </a:cubicBezTo>
                  <a:close/>
                  <a:moveTo>
                    <a:pt x="28684" y="14103"/>
                  </a:moveTo>
                  <a:cubicBezTo>
                    <a:pt x="28651" y="14103"/>
                    <a:pt x="28619" y="14110"/>
                    <a:pt x="28594" y="14123"/>
                  </a:cubicBezTo>
                  <a:lnTo>
                    <a:pt x="27417" y="14803"/>
                  </a:lnTo>
                  <a:cubicBezTo>
                    <a:pt x="27369" y="14833"/>
                    <a:pt x="27373" y="14881"/>
                    <a:pt x="27424" y="14912"/>
                  </a:cubicBezTo>
                  <a:lnTo>
                    <a:pt x="28786" y="15697"/>
                  </a:lnTo>
                  <a:cubicBezTo>
                    <a:pt x="28814" y="15713"/>
                    <a:pt x="28851" y="15722"/>
                    <a:pt x="28886" y="15722"/>
                  </a:cubicBezTo>
                  <a:cubicBezTo>
                    <a:pt x="28918" y="15722"/>
                    <a:pt x="28949" y="15715"/>
                    <a:pt x="28974" y="15700"/>
                  </a:cubicBezTo>
                  <a:lnTo>
                    <a:pt x="30147" y="15021"/>
                  </a:lnTo>
                  <a:cubicBezTo>
                    <a:pt x="30199" y="14994"/>
                    <a:pt x="30195" y="14942"/>
                    <a:pt x="30141" y="14912"/>
                  </a:cubicBezTo>
                  <a:lnTo>
                    <a:pt x="28782" y="14127"/>
                  </a:lnTo>
                  <a:cubicBezTo>
                    <a:pt x="28754" y="14111"/>
                    <a:pt x="28718" y="14103"/>
                    <a:pt x="28684" y="14103"/>
                  </a:cubicBezTo>
                  <a:close/>
                  <a:moveTo>
                    <a:pt x="32255" y="14284"/>
                  </a:moveTo>
                  <a:cubicBezTo>
                    <a:pt x="32222" y="14284"/>
                    <a:pt x="32190" y="14291"/>
                    <a:pt x="32165" y="14304"/>
                  </a:cubicBezTo>
                  <a:lnTo>
                    <a:pt x="30717" y="15140"/>
                  </a:lnTo>
                  <a:cubicBezTo>
                    <a:pt x="30670" y="15172"/>
                    <a:pt x="30673" y="15219"/>
                    <a:pt x="30724" y="15249"/>
                  </a:cubicBezTo>
                  <a:lnTo>
                    <a:pt x="32086" y="16035"/>
                  </a:lnTo>
                  <a:cubicBezTo>
                    <a:pt x="32113" y="16051"/>
                    <a:pt x="32149" y="16059"/>
                    <a:pt x="32185" y="16059"/>
                  </a:cubicBezTo>
                  <a:cubicBezTo>
                    <a:pt x="32217" y="16059"/>
                    <a:pt x="32249" y="16053"/>
                    <a:pt x="32274" y="16038"/>
                  </a:cubicBezTo>
                  <a:lnTo>
                    <a:pt x="33721" y="15202"/>
                  </a:lnTo>
                  <a:cubicBezTo>
                    <a:pt x="33772" y="15175"/>
                    <a:pt x="33769" y="15127"/>
                    <a:pt x="33714" y="15096"/>
                  </a:cubicBezTo>
                  <a:lnTo>
                    <a:pt x="32352" y="14307"/>
                  </a:lnTo>
                  <a:cubicBezTo>
                    <a:pt x="32326" y="14292"/>
                    <a:pt x="32290" y="14284"/>
                    <a:pt x="32255" y="14284"/>
                  </a:cubicBezTo>
                  <a:close/>
                  <a:moveTo>
                    <a:pt x="11679" y="14469"/>
                  </a:moveTo>
                  <a:cubicBezTo>
                    <a:pt x="11646" y="14469"/>
                    <a:pt x="11614" y="14475"/>
                    <a:pt x="11591" y="14488"/>
                  </a:cubicBezTo>
                  <a:lnTo>
                    <a:pt x="10413" y="15168"/>
                  </a:lnTo>
                  <a:cubicBezTo>
                    <a:pt x="10362" y="15195"/>
                    <a:pt x="10366" y="15246"/>
                    <a:pt x="10421" y="15277"/>
                  </a:cubicBezTo>
                  <a:lnTo>
                    <a:pt x="11779" y="16062"/>
                  </a:lnTo>
                  <a:cubicBezTo>
                    <a:pt x="11807" y="16078"/>
                    <a:pt x="11843" y="16086"/>
                    <a:pt x="11878" y="16086"/>
                  </a:cubicBezTo>
                  <a:cubicBezTo>
                    <a:pt x="11911" y="16086"/>
                    <a:pt x="11943" y="16079"/>
                    <a:pt x="11966" y="16065"/>
                  </a:cubicBezTo>
                  <a:lnTo>
                    <a:pt x="13144" y="15386"/>
                  </a:lnTo>
                  <a:cubicBezTo>
                    <a:pt x="13195" y="15359"/>
                    <a:pt x="13192" y="15308"/>
                    <a:pt x="13137" y="15277"/>
                  </a:cubicBezTo>
                  <a:lnTo>
                    <a:pt x="11779" y="14492"/>
                  </a:lnTo>
                  <a:cubicBezTo>
                    <a:pt x="11750" y="14476"/>
                    <a:pt x="11714" y="14469"/>
                    <a:pt x="11679" y="14469"/>
                  </a:cubicBezTo>
                  <a:close/>
                  <a:moveTo>
                    <a:pt x="24118" y="14496"/>
                  </a:moveTo>
                  <a:cubicBezTo>
                    <a:pt x="24085" y="14496"/>
                    <a:pt x="24053" y="14503"/>
                    <a:pt x="24028" y="14516"/>
                  </a:cubicBezTo>
                  <a:lnTo>
                    <a:pt x="22851" y="15195"/>
                  </a:lnTo>
                  <a:cubicBezTo>
                    <a:pt x="22802" y="15226"/>
                    <a:pt x="22806" y="15274"/>
                    <a:pt x="22857" y="15304"/>
                  </a:cubicBezTo>
                  <a:lnTo>
                    <a:pt x="24219" y="16089"/>
                  </a:lnTo>
                  <a:cubicBezTo>
                    <a:pt x="24248" y="16106"/>
                    <a:pt x="24285" y="16114"/>
                    <a:pt x="24320" y="16114"/>
                  </a:cubicBezTo>
                  <a:cubicBezTo>
                    <a:pt x="24352" y="16114"/>
                    <a:pt x="24383" y="16107"/>
                    <a:pt x="24407" y="16093"/>
                  </a:cubicBezTo>
                  <a:lnTo>
                    <a:pt x="25581" y="15413"/>
                  </a:lnTo>
                  <a:cubicBezTo>
                    <a:pt x="25632" y="15386"/>
                    <a:pt x="25628" y="15339"/>
                    <a:pt x="25574" y="15308"/>
                  </a:cubicBezTo>
                  <a:lnTo>
                    <a:pt x="24215" y="14520"/>
                  </a:lnTo>
                  <a:cubicBezTo>
                    <a:pt x="24188" y="14504"/>
                    <a:pt x="24152" y="14496"/>
                    <a:pt x="24118" y="14496"/>
                  </a:cubicBezTo>
                  <a:close/>
                  <a:moveTo>
                    <a:pt x="20003" y="14629"/>
                  </a:moveTo>
                  <a:cubicBezTo>
                    <a:pt x="19971" y="14629"/>
                    <a:pt x="19938" y="14636"/>
                    <a:pt x="19915" y="14649"/>
                  </a:cubicBezTo>
                  <a:lnTo>
                    <a:pt x="18738" y="15328"/>
                  </a:lnTo>
                  <a:cubicBezTo>
                    <a:pt x="18686" y="15356"/>
                    <a:pt x="18690" y="15407"/>
                    <a:pt x="18744" y="15438"/>
                  </a:cubicBezTo>
                  <a:lnTo>
                    <a:pt x="20103" y="16223"/>
                  </a:lnTo>
                  <a:cubicBezTo>
                    <a:pt x="20131" y="16238"/>
                    <a:pt x="20167" y="16246"/>
                    <a:pt x="20202" y="16246"/>
                  </a:cubicBezTo>
                  <a:cubicBezTo>
                    <a:pt x="20235" y="16246"/>
                    <a:pt x="20267" y="16239"/>
                    <a:pt x="20291" y="16226"/>
                  </a:cubicBezTo>
                  <a:lnTo>
                    <a:pt x="21468" y="15547"/>
                  </a:lnTo>
                  <a:cubicBezTo>
                    <a:pt x="21520" y="15516"/>
                    <a:pt x="21516" y="15468"/>
                    <a:pt x="21461" y="15438"/>
                  </a:cubicBezTo>
                  <a:lnTo>
                    <a:pt x="20099" y="14652"/>
                  </a:lnTo>
                  <a:cubicBezTo>
                    <a:pt x="20073" y="14637"/>
                    <a:pt x="20038" y="14629"/>
                    <a:pt x="20003" y="14629"/>
                  </a:cubicBezTo>
                  <a:close/>
                  <a:moveTo>
                    <a:pt x="15708" y="14864"/>
                  </a:moveTo>
                  <a:cubicBezTo>
                    <a:pt x="15675" y="14864"/>
                    <a:pt x="15643" y="14871"/>
                    <a:pt x="15619" y="14885"/>
                  </a:cubicBezTo>
                  <a:lnTo>
                    <a:pt x="14441" y="15564"/>
                  </a:lnTo>
                  <a:cubicBezTo>
                    <a:pt x="14393" y="15594"/>
                    <a:pt x="14397" y="15643"/>
                    <a:pt x="14447" y="15673"/>
                  </a:cubicBezTo>
                  <a:lnTo>
                    <a:pt x="15810" y="16458"/>
                  </a:lnTo>
                  <a:cubicBezTo>
                    <a:pt x="15839" y="16474"/>
                    <a:pt x="15875" y="16483"/>
                    <a:pt x="15911" y="16483"/>
                  </a:cubicBezTo>
                  <a:cubicBezTo>
                    <a:pt x="15942" y="16483"/>
                    <a:pt x="15973" y="16476"/>
                    <a:pt x="15997" y="16462"/>
                  </a:cubicBezTo>
                  <a:lnTo>
                    <a:pt x="17171" y="15782"/>
                  </a:lnTo>
                  <a:cubicBezTo>
                    <a:pt x="17223" y="15755"/>
                    <a:pt x="17219" y="15707"/>
                    <a:pt x="17164" y="15673"/>
                  </a:cubicBezTo>
                  <a:lnTo>
                    <a:pt x="15806" y="14888"/>
                  </a:lnTo>
                  <a:cubicBezTo>
                    <a:pt x="15778" y="14872"/>
                    <a:pt x="15743" y="14864"/>
                    <a:pt x="15708" y="14864"/>
                  </a:cubicBezTo>
                  <a:close/>
                  <a:moveTo>
                    <a:pt x="26965" y="15097"/>
                  </a:moveTo>
                  <a:cubicBezTo>
                    <a:pt x="26932" y="15097"/>
                    <a:pt x="26899" y="15104"/>
                    <a:pt x="26874" y="15117"/>
                  </a:cubicBezTo>
                  <a:lnTo>
                    <a:pt x="25700" y="15796"/>
                  </a:lnTo>
                  <a:cubicBezTo>
                    <a:pt x="25649" y="15823"/>
                    <a:pt x="25653" y="15874"/>
                    <a:pt x="25707" y="15905"/>
                  </a:cubicBezTo>
                  <a:lnTo>
                    <a:pt x="27066" y="16690"/>
                  </a:lnTo>
                  <a:cubicBezTo>
                    <a:pt x="27094" y="16706"/>
                    <a:pt x="27129" y="16713"/>
                    <a:pt x="27163" y="16713"/>
                  </a:cubicBezTo>
                  <a:cubicBezTo>
                    <a:pt x="27196" y="16713"/>
                    <a:pt x="27228" y="16707"/>
                    <a:pt x="27253" y="16694"/>
                  </a:cubicBezTo>
                  <a:lnTo>
                    <a:pt x="28430" y="16014"/>
                  </a:lnTo>
                  <a:cubicBezTo>
                    <a:pt x="28479" y="15983"/>
                    <a:pt x="28475" y="15936"/>
                    <a:pt x="28424" y="15905"/>
                  </a:cubicBezTo>
                  <a:lnTo>
                    <a:pt x="27062" y="15120"/>
                  </a:lnTo>
                  <a:cubicBezTo>
                    <a:pt x="27036" y="15104"/>
                    <a:pt x="27000" y="15097"/>
                    <a:pt x="26965" y="15097"/>
                  </a:cubicBezTo>
                  <a:close/>
                  <a:moveTo>
                    <a:pt x="22399" y="15489"/>
                  </a:moveTo>
                  <a:cubicBezTo>
                    <a:pt x="22366" y="15489"/>
                    <a:pt x="22333" y="15496"/>
                    <a:pt x="22308" y="15509"/>
                  </a:cubicBezTo>
                  <a:lnTo>
                    <a:pt x="21134" y="16188"/>
                  </a:lnTo>
                  <a:cubicBezTo>
                    <a:pt x="21082" y="16219"/>
                    <a:pt x="21086" y="16267"/>
                    <a:pt x="21140" y="16298"/>
                  </a:cubicBezTo>
                  <a:lnTo>
                    <a:pt x="22499" y="17083"/>
                  </a:lnTo>
                  <a:cubicBezTo>
                    <a:pt x="22528" y="17099"/>
                    <a:pt x="22564" y="17107"/>
                    <a:pt x="22600" y="17107"/>
                  </a:cubicBezTo>
                  <a:cubicBezTo>
                    <a:pt x="22632" y="17107"/>
                    <a:pt x="22663" y="17101"/>
                    <a:pt x="22687" y="17086"/>
                  </a:cubicBezTo>
                  <a:lnTo>
                    <a:pt x="23864" y="16407"/>
                  </a:lnTo>
                  <a:cubicBezTo>
                    <a:pt x="23912" y="16380"/>
                    <a:pt x="23912" y="16328"/>
                    <a:pt x="23857" y="16298"/>
                  </a:cubicBezTo>
                  <a:lnTo>
                    <a:pt x="22495" y="15512"/>
                  </a:lnTo>
                  <a:cubicBezTo>
                    <a:pt x="22469" y="15497"/>
                    <a:pt x="22434" y="15489"/>
                    <a:pt x="22399" y="15489"/>
                  </a:cubicBezTo>
                  <a:close/>
                  <a:moveTo>
                    <a:pt x="30265" y="15434"/>
                  </a:moveTo>
                  <a:cubicBezTo>
                    <a:pt x="30232" y="15434"/>
                    <a:pt x="30199" y="15441"/>
                    <a:pt x="30174" y="15454"/>
                  </a:cubicBezTo>
                  <a:lnTo>
                    <a:pt x="28728" y="16291"/>
                  </a:lnTo>
                  <a:cubicBezTo>
                    <a:pt x="28676" y="16318"/>
                    <a:pt x="28680" y="16369"/>
                    <a:pt x="28734" y="16400"/>
                  </a:cubicBezTo>
                  <a:lnTo>
                    <a:pt x="30097" y="17185"/>
                  </a:lnTo>
                  <a:cubicBezTo>
                    <a:pt x="30123" y="17201"/>
                    <a:pt x="30158" y="17208"/>
                    <a:pt x="30193" y="17208"/>
                  </a:cubicBezTo>
                  <a:cubicBezTo>
                    <a:pt x="30226" y="17208"/>
                    <a:pt x="30259" y="17201"/>
                    <a:pt x="30284" y="17188"/>
                  </a:cubicBezTo>
                  <a:lnTo>
                    <a:pt x="31731" y="16352"/>
                  </a:lnTo>
                  <a:cubicBezTo>
                    <a:pt x="31779" y="16325"/>
                    <a:pt x="31776" y="16273"/>
                    <a:pt x="31724" y="16243"/>
                  </a:cubicBezTo>
                  <a:lnTo>
                    <a:pt x="30363" y="15458"/>
                  </a:lnTo>
                  <a:cubicBezTo>
                    <a:pt x="30336" y="15442"/>
                    <a:pt x="30300" y="15434"/>
                    <a:pt x="30265" y="15434"/>
                  </a:cubicBezTo>
                  <a:close/>
                  <a:moveTo>
                    <a:pt x="18281" y="15621"/>
                  </a:moveTo>
                  <a:cubicBezTo>
                    <a:pt x="18249" y="15621"/>
                    <a:pt x="18218" y="15628"/>
                    <a:pt x="18195" y="15643"/>
                  </a:cubicBezTo>
                  <a:lnTo>
                    <a:pt x="17018" y="16322"/>
                  </a:lnTo>
                  <a:cubicBezTo>
                    <a:pt x="16970" y="16349"/>
                    <a:pt x="16970" y="16396"/>
                    <a:pt x="17024" y="16431"/>
                  </a:cubicBezTo>
                  <a:lnTo>
                    <a:pt x="18386" y="17215"/>
                  </a:lnTo>
                  <a:cubicBezTo>
                    <a:pt x="18413" y="17231"/>
                    <a:pt x="18448" y="17239"/>
                    <a:pt x="18484" y="17239"/>
                  </a:cubicBezTo>
                  <a:cubicBezTo>
                    <a:pt x="18516" y="17239"/>
                    <a:pt x="18549" y="17232"/>
                    <a:pt x="18574" y="17219"/>
                  </a:cubicBezTo>
                  <a:lnTo>
                    <a:pt x="19748" y="16540"/>
                  </a:lnTo>
                  <a:cubicBezTo>
                    <a:pt x="19799" y="16509"/>
                    <a:pt x="19796" y="16462"/>
                    <a:pt x="19741" y="16431"/>
                  </a:cubicBezTo>
                  <a:lnTo>
                    <a:pt x="18383" y="15646"/>
                  </a:lnTo>
                  <a:cubicBezTo>
                    <a:pt x="18354" y="15629"/>
                    <a:pt x="18317" y="15621"/>
                    <a:pt x="18281" y="15621"/>
                  </a:cubicBezTo>
                  <a:close/>
                  <a:moveTo>
                    <a:pt x="13989" y="15858"/>
                  </a:moveTo>
                  <a:cubicBezTo>
                    <a:pt x="13956" y="15858"/>
                    <a:pt x="13923" y="15865"/>
                    <a:pt x="13899" y="15878"/>
                  </a:cubicBezTo>
                  <a:lnTo>
                    <a:pt x="12724" y="16557"/>
                  </a:lnTo>
                  <a:cubicBezTo>
                    <a:pt x="12673" y="16585"/>
                    <a:pt x="12676" y="16635"/>
                    <a:pt x="12731" y="16666"/>
                  </a:cubicBezTo>
                  <a:lnTo>
                    <a:pt x="14089" y="17451"/>
                  </a:lnTo>
                  <a:cubicBezTo>
                    <a:pt x="14118" y="17467"/>
                    <a:pt x="14153" y="17474"/>
                    <a:pt x="14188" y="17474"/>
                  </a:cubicBezTo>
                  <a:cubicBezTo>
                    <a:pt x="14220" y="17474"/>
                    <a:pt x="14252" y="17468"/>
                    <a:pt x="14277" y="17454"/>
                  </a:cubicBezTo>
                  <a:lnTo>
                    <a:pt x="15455" y="16775"/>
                  </a:lnTo>
                  <a:cubicBezTo>
                    <a:pt x="15502" y="16748"/>
                    <a:pt x="15502" y="16697"/>
                    <a:pt x="15447" y="16666"/>
                  </a:cubicBezTo>
                  <a:lnTo>
                    <a:pt x="14086" y="15881"/>
                  </a:lnTo>
                  <a:cubicBezTo>
                    <a:pt x="14060" y="15865"/>
                    <a:pt x="14024" y="15858"/>
                    <a:pt x="13989" y="15858"/>
                  </a:cubicBezTo>
                  <a:close/>
                  <a:moveTo>
                    <a:pt x="9212" y="15892"/>
                  </a:moveTo>
                  <a:cubicBezTo>
                    <a:pt x="9179" y="15892"/>
                    <a:pt x="9147" y="15899"/>
                    <a:pt x="9123" y="15912"/>
                  </a:cubicBezTo>
                  <a:lnTo>
                    <a:pt x="7946" y="16591"/>
                  </a:lnTo>
                  <a:cubicBezTo>
                    <a:pt x="7894" y="16621"/>
                    <a:pt x="7899" y="16670"/>
                    <a:pt x="7953" y="16700"/>
                  </a:cubicBezTo>
                  <a:lnTo>
                    <a:pt x="9315" y="17486"/>
                  </a:lnTo>
                  <a:cubicBezTo>
                    <a:pt x="9342" y="17502"/>
                    <a:pt x="9378" y="17510"/>
                    <a:pt x="9414" y="17510"/>
                  </a:cubicBezTo>
                  <a:cubicBezTo>
                    <a:pt x="9446" y="17510"/>
                    <a:pt x="9478" y="17503"/>
                    <a:pt x="9502" y="17489"/>
                  </a:cubicBezTo>
                  <a:lnTo>
                    <a:pt x="10676" y="16810"/>
                  </a:lnTo>
                  <a:cubicBezTo>
                    <a:pt x="10728" y="16782"/>
                    <a:pt x="10724" y="16734"/>
                    <a:pt x="10670" y="16703"/>
                  </a:cubicBezTo>
                  <a:lnTo>
                    <a:pt x="9311" y="15915"/>
                  </a:lnTo>
                  <a:cubicBezTo>
                    <a:pt x="9283" y="15899"/>
                    <a:pt x="9247" y="15892"/>
                    <a:pt x="9212" y="15892"/>
                  </a:cubicBezTo>
                  <a:close/>
                  <a:moveTo>
                    <a:pt x="25243" y="16088"/>
                  </a:moveTo>
                  <a:cubicBezTo>
                    <a:pt x="25211" y="16088"/>
                    <a:pt x="25180" y="16095"/>
                    <a:pt x="25157" y="16109"/>
                  </a:cubicBezTo>
                  <a:lnTo>
                    <a:pt x="23980" y="16789"/>
                  </a:lnTo>
                  <a:cubicBezTo>
                    <a:pt x="23929" y="16816"/>
                    <a:pt x="23933" y="16864"/>
                    <a:pt x="23987" y="16895"/>
                  </a:cubicBezTo>
                  <a:lnTo>
                    <a:pt x="25346" y="17683"/>
                  </a:lnTo>
                  <a:cubicBezTo>
                    <a:pt x="25373" y="17699"/>
                    <a:pt x="25409" y="17707"/>
                    <a:pt x="25444" y="17707"/>
                  </a:cubicBezTo>
                  <a:cubicBezTo>
                    <a:pt x="25478" y="17707"/>
                    <a:pt x="25510" y="17700"/>
                    <a:pt x="25533" y="17686"/>
                  </a:cubicBezTo>
                  <a:lnTo>
                    <a:pt x="26710" y="17007"/>
                  </a:lnTo>
                  <a:cubicBezTo>
                    <a:pt x="26762" y="16977"/>
                    <a:pt x="26759" y="16929"/>
                    <a:pt x="26704" y="16898"/>
                  </a:cubicBezTo>
                  <a:lnTo>
                    <a:pt x="25346" y="16114"/>
                  </a:lnTo>
                  <a:cubicBezTo>
                    <a:pt x="25317" y="16097"/>
                    <a:pt x="25279" y="16088"/>
                    <a:pt x="25243" y="16088"/>
                  </a:cubicBezTo>
                  <a:close/>
                  <a:moveTo>
                    <a:pt x="20677" y="16481"/>
                  </a:moveTo>
                  <a:cubicBezTo>
                    <a:pt x="20645" y="16481"/>
                    <a:pt x="20614" y="16488"/>
                    <a:pt x="20591" y="16503"/>
                  </a:cubicBezTo>
                  <a:lnTo>
                    <a:pt x="19414" y="17182"/>
                  </a:lnTo>
                  <a:cubicBezTo>
                    <a:pt x="19362" y="17209"/>
                    <a:pt x="19366" y="17260"/>
                    <a:pt x="19420" y="17291"/>
                  </a:cubicBezTo>
                  <a:lnTo>
                    <a:pt x="20779" y="18075"/>
                  </a:lnTo>
                  <a:cubicBezTo>
                    <a:pt x="20807" y="18091"/>
                    <a:pt x="20843" y="18099"/>
                    <a:pt x="20879" y="18099"/>
                  </a:cubicBezTo>
                  <a:cubicBezTo>
                    <a:pt x="20912" y="18099"/>
                    <a:pt x="20943" y="18093"/>
                    <a:pt x="20967" y="18079"/>
                  </a:cubicBezTo>
                  <a:lnTo>
                    <a:pt x="22144" y="17400"/>
                  </a:lnTo>
                  <a:cubicBezTo>
                    <a:pt x="22195" y="17369"/>
                    <a:pt x="22192" y="17322"/>
                    <a:pt x="22137" y="17291"/>
                  </a:cubicBezTo>
                  <a:lnTo>
                    <a:pt x="20779" y="16506"/>
                  </a:lnTo>
                  <a:cubicBezTo>
                    <a:pt x="20750" y="16490"/>
                    <a:pt x="20713" y="16481"/>
                    <a:pt x="20677" y="16481"/>
                  </a:cubicBezTo>
                  <a:close/>
                  <a:moveTo>
                    <a:pt x="16562" y="16614"/>
                  </a:moveTo>
                  <a:cubicBezTo>
                    <a:pt x="16530" y="16614"/>
                    <a:pt x="16499" y="16621"/>
                    <a:pt x="16475" y="16635"/>
                  </a:cubicBezTo>
                  <a:lnTo>
                    <a:pt x="15301" y="17314"/>
                  </a:lnTo>
                  <a:cubicBezTo>
                    <a:pt x="15250" y="17342"/>
                    <a:pt x="15253" y="17390"/>
                    <a:pt x="15304" y="17420"/>
                  </a:cubicBezTo>
                  <a:lnTo>
                    <a:pt x="16666" y="18206"/>
                  </a:lnTo>
                  <a:cubicBezTo>
                    <a:pt x="16695" y="18222"/>
                    <a:pt x="16731" y="18230"/>
                    <a:pt x="16766" y="18230"/>
                  </a:cubicBezTo>
                  <a:cubicBezTo>
                    <a:pt x="16798" y="18230"/>
                    <a:pt x="16830" y="18223"/>
                    <a:pt x="16854" y="18209"/>
                  </a:cubicBezTo>
                  <a:lnTo>
                    <a:pt x="18031" y="17533"/>
                  </a:lnTo>
                  <a:cubicBezTo>
                    <a:pt x="18079" y="17502"/>
                    <a:pt x="18076" y="17454"/>
                    <a:pt x="18024" y="17424"/>
                  </a:cubicBezTo>
                  <a:lnTo>
                    <a:pt x="16663" y="16639"/>
                  </a:lnTo>
                  <a:cubicBezTo>
                    <a:pt x="16634" y="16623"/>
                    <a:pt x="16598" y="16614"/>
                    <a:pt x="16562" y="16614"/>
                  </a:cubicBezTo>
                  <a:close/>
                  <a:moveTo>
                    <a:pt x="28272" y="16583"/>
                  </a:moveTo>
                  <a:cubicBezTo>
                    <a:pt x="28240" y="16583"/>
                    <a:pt x="28209" y="16590"/>
                    <a:pt x="28185" y="16605"/>
                  </a:cubicBezTo>
                  <a:lnTo>
                    <a:pt x="26738" y="17441"/>
                  </a:lnTo>
                  <a:cubicBezTo>
                    <a:pt x="26687" y="17468"/>
                    <a:pt x="26690" y="17516"/>
                    <a:pt x="26745" y="17547"/>
                  </a:cubicBezTo>
                  <a:lnTo>
                    <a:pt x="28103" y="18332"/>
                  </a:lnTo>
                  <a:cubicBezTo>
                    <a:pt x="28132" y="18350"/>
                    <a:pt x="28169" y="18358"/>
                    <a:pt x="28205" y="18358"/>
                  </a:cubicBezTo>
                  <a:cubicBezTo>
                    <a:pt x="28237" y="18358"/>
                    <a:pt x="28268" y="18351"/>
                    <a:pt x="28290" y="18338"/>
                  </a:cubicBezTo>
                  <a:lnTo>
                    <a:pt x="29738" y="17502"/>
                  </a:lnTo>
                  <a:cubicBezTo>
                    <a:pt x="29789" y="17472"/>
                    <a:pt x="29785" y="17424"/>
                    <a:pt x="29731" y="17393"/>
                  </a:cubicBezTo>
                  <a:lnTo>
                    <a:pt x="28372" y="16608"/>
                  </a:lnTo>
                  <a:cubicBezTo>
                    <a:pt x="28344" y="16592"/>
                    <a:pt x="28308" y="16583"/>
                    <a:pt x="28272" y="16583"/>
                  </a:cubicBezTo>
                  <a:close/>
                  <a:moveTo>
                    <a:pt x="12267" y="16849"/>
                  </a:moveTo>
                  <a:cubicBezTo>
                    <a:pt x="12235" y="16849"/>
                    <a:pt x="12204" y="16857"/>
                    <a:pt x="12182" y="16871"/>
                  </a:cubicBezTo>
                  <a:lnTo>
                    <a:pt x="11004" y="17550"/>
                  </a:lnTo>
                  <a:cubicBezTo>
                    <a:pt x="10953" y="17577"/>
                    <a:pt x="10956" y="17629"/>
                    <a:pt x="11011" y="17659"/>
                  </a:cubicBezTo>
                  <a:lnTo>
                    <a:pt x="12369" y="18444"/>
                  </a:lnTo>
                  <a:cubicBezTo>
                    <a:pt x="12398" y="18460"/>
                    <a:pt x="12434" y="18468"/>
                    <a:pt x="12469" y="18468"/>
                  </a:cubicBezTo>
                  <a:cubicBezTo>
                    <a:pt x="12502" y="18468"/>
                    <a:pt x="12534" y="18461"/>
                    <a:pt x="12557" y="18448"/>
                  </a:cubicBezTo>
                  <a:lnTo>
                    <a:pt x="13735" y="17768"/>
                  </a:lnTo>
                  <a:cubicBezTo>
                    <a:pt x="13786" y="17738"/>
                    <a:pt x="13782" y="17690"/>
                    <a:pt x="13727" y="17659"/>
                  </a:cubicBezTo>
                  <a:lnTo>
                    <a:pt x="12369" y="16875"/>
                  </a:lnTo>
                  <a:cubicBezTo>
                    <a:pt x="12340" y="16858"/>
                    <a:pt x="12303" y="16849"/>
                    <a:pt x="12267" y="16849"/>
                  </a:cubicBezTo>
                  <a:close/>
                  <a:moveTo>
                    <a:pt x="7493" y="16885"/>
                  </a:moveTo>
                  <a:cubicBezTo>
                    <a:pt x="7460" y="16885"/>
                    <a:pt x="7428" y="16892"/>
                    <a:pt x="7403" y="16905"/>
                  </a:cubicBezTo>
                  <a:lnTo>
                    <a:pt x="6226" y="17584"/>
                  </a:lnTo>
                  <a:cubicBezTo>
                    <a:pt x="6178" y="17615"/>
                    <a:pt x="6182" y="17663"/>
                    <a:pt x="6232" y="17694"/>
                  </a:cubicBezTo>
                  <a:lnTo>
                    <a:pt x="7595" y="18478"/>
                  </a:lnTo>
                  <a:cubicBezTo>
                    <a:pt x="7622" y="18494"/>
                    <a:pt x="7658" y="18502"/>
                    <a:pt x="7692" y="18502"/>
                  </a:cubicBezTo>
                  <a:cubicBezTo>
                    <a:pt x="7725" y="18502"/>
                    <a:pt x="7757" y="18495"/>
                    <a:pt x="7782" y="18482"/>
                  </a:cubicBezTo>
                  <a:lnTo>
                    <a:pt x="8956" y="17803"/>
                  </a:lnTo>
                  <a:cubicBezTo>
                    <a:pt x="9008" y="17776"/>
                    <a:pt x="9004" y="17724"/>
                    <a:pt x="8953" y="17694"/>
                  </a:cubicBezTo>
                  <a:lnTo>
                    <a:pt x="7591" y="16908"/>
                  </a:lnTo>
                  <a:cubicBezTo>
                    <a:pt x="7563" y="16893"/>
                    <a:pt x="7528" y="16885"/>
                    <a:pt x="7493" y="16885"/>
                  </a:cubicBezTo>
                  <a:close/>
                  <a:moveTo>
                    <a:pt x="23524" y="17082"/>
                  </a:moveTo>
                  <a:cubicBezTo>
                    <a:pt x="23492" y="17082"/>
                    <a:pt x="23461" y="17088"/>
                    <a:pt x="23437" y="17103"/>
                  </a:cubicBezTo>
                  <a:lnTo>
                    <a:pt x="22260" y="17782"/>
                  </a:lnTo>
                  <a:cubicBezTo>
                    <a:pt x="22213" y="17809"/>
                    <a:pt x="22216" y="17857"/>
                    <a:pt x="22267" y="17888"/>
                  </a:cubicBezTo>
                  <a:lnTo>
                    <a:pt x="23629" y="18673"/>
                  </a:lnTo>
                  <a:cubicBezTo>
                    <a:pt x="23657" y="18689"/>
                    <a:pt x="23694" y="18698"/>
                    <a:pt x="23729" y="18698"/>
                  </a:cubicBezTo>
                  <a:cubicBezTo>
                    <a:pt x="23761" y="18698"/>
                    <a:pt x="23792" y="18691"/>
                    <a:pt x="23816" y="18677"/>
                  </a:cubicBezTo>
                  <a:lnTo>
                    <a:pt x="24990" y="17998"/>
                  </a:lnTo>
                  <a:cubicBezTo>
                    <a:pt x="25042" y="17970"/>
                    <a:pt x="25039" y="17922"/>
                    <a:pt x="24984" y="17891"/>
                  </a:cubicBezTo>
                  <a:lnTo>
                    <a:pt x="23626" y="17106"/>
                  </a:lnTo>
                  <a:cubicBezTo>
                    <a:pt x="23596" y="17090"/>
                    <a:pt x="23560" y="17082"/>
                    <a:pt x="23524" y="17082"/>
                  </a:cubicBezTo>
                  <a:close/>
                  <a:moveTo>
                    <a:pt x="18958" y="17474"/>
                  </a:moveTo>
                  <a:cubicBezTo>
                    <a:pt x="18926" y="17474"/>
                    <a:pt x="18895" y="17481"/>
                    <a:pt x="18871" y="17495"/>
                  </a:cubicBezTo>
                  <a:lnTo>
                    <a:pt x="17694" y="18174"/>
                  </a:lnTo>
                  <a:cubicBezTo>
                    <a:pt x="17646" y="18202"/>
                    <a:pt x="17649" y="18250"/>
                    <a:pt x="17700" y="18280"/>
                  </a:cubicBezTo>
                  <a:lnTo>
                    <a:pt x="19062" y="19069"/>
                  </a:lnTo>
                  <a:cubicBezTo>
                    <a:pt x="19088" y="19085"/>
                    <a:pt x="19124" y="19092"/>
                    <a:pt x="19159" y="19092"/>
                  </a:cubicBezTo>
                  <a:cubicBezTo>
                    <a:pt x="19192" y="19092"/>
                    <a:pt x="19225" y="19085"/>
                    <a:pt x="19250" y="19072"/>
                  </a:cubicBezTo>
                  <a:lnTo>
                    <a:pt x="20424" y="18393"/>
                  </a:lnTo>
                  <a:cubicBezTo>
                    <a:pt x="20475" y="18362"/>
                    <a:pt x="20472" y="18315"/>
                    <a:pt x="20417" y="18284"/>
                  </a:cubicBezTo>
                  <a:lnTo>
                    <a:pt x="19059" y="17499"/>
                  </a:lnTo>
                  <a:cubicBezTo>
                    <a:pt x="19030" y="17483"/>
                    <a:pt x="18994" y="17474"/>
                    <a:pt x="18958" y="17474"/>
                  </a:cubicBezTo>
                  <a:close/>
                  <a:moveTo>
                    <a:pt x="14840" y="17607"/>
                  </a:moveTo>
                  <a:cubicBezTo>
                    <a:pt x="14810" y="17607"/>
                    <a:pt x="14780" y="17613"/>
                    <a:pt x="14759" y="17625"/>
                  </a:cubicBezTo>
                  <a:lnTo>
                    <a:pt x="13581" y="18305"/>
                  </a:lnTo>
                  <a:cubicBezTo>
                    <a:pt x="13530" y="18335"/>
                    <a:pt x="13533" y="18383"/>
                    <a:pt x="13587" y="18414"/>
                  </a:cubicBezTo>
                  <a:lnTo>
                    <a:pt x="14946" y="19198"/>
                  </a:lnTo>
                  <a:cubicBezTo>
                    <a:pt x="14975" y="19215"/>
                    <a:pt x="15012" y="19223"/>
                    <a:pt x="15048" y="19223"/>
                  </a:cubicBezTo>
                  <a:cubicBezTo>
                    <a:pt x="15080" y="19223"/>
                    <a:pt x="15111" y="19216"/>
                    <a:pt x="15134" y="19202"/>
                  </a:cubicBezTo>
                  <a:lnTo>
                    <a:pt x="16311" y="18523"/>
                  </a:lnTo>
                  <a:cubicBezTo>
                    <a:pt x="16362" y="18496"/>
                    <a:pt x="16359" y="18448"/>
                    <a:pt x="16304" y="18417"/>
                  </a:cubicBezTo>
                  <a:lnTo>
                    <a:pt x="14943" y="17632"/>
                  </a:lnTo>
                  <a:cubicBezTo>
                    <a:pt x="14915" y="17615"/>
                    <a:pt x="14877" y="17607"/>
                    <a:pt x="14840" y="17607"/>
                  </a:cubicBezTo>
                  <a:close/>
                  <a:moveTo>
                    <a:pt x="10548" y="17843"/>
                  </a:moveTo>
                  <a:cubicBezTo>
                    <a:pt x="10517" y="17843"/>
                    <a:pt x="10486" y="17850"/>
                    <a:pt x="10462" y="17864"/>
                  </a:cubicBezTo>
                  <a:lnTo>
                    <a:pt x="9284" y="18543"/>
                  </a:lnTo>
                  <a:cubicBezTo>
                    <a:pt x="9236" y="18571"/>
                    <a:pt x="9239" y="18618"/>
                    <a:pt x="9291" y="18649"/>
                  </a:cubicBezTo>
                  <a:lnTo>
                    <a:pt x="10652" y="19434"/>
                  </a:lnTo>
                  <a:cubicBezTo>
                    <a:pt x="10681" y="19452"/>
                    <a:pt x="10718" y="19460"/>
                    <a:pt x="10753" y="19460"/>
                  </a:cubicBezTo>
                  <a:cubicBezTo>
                    <a:pt x="10785" y="19460"/>
                    <a:pt x="10816" y="19454"/>
                    <a:pt x="10840" y="19441"/>
                  </a:cubicBezTo>
                  <a:lnTo>
                    <a:pt x="12015" y="18762"/>
                  </a:lnTo>
                  <a:cubicBezTo>
                    <a:pt x="12065" y="18731"/>
                    <a:pt x="12062" y="18683"/>
                    <a:pt x="12007" y="18653"/>
                  </a:cubicBezTo>
                  <a:lnTo>
                    <a:pt x="10649" y="17867"/>
                  </a:lnTo>
                  <a:cubicBezTo>
                    <a:pt x="10620" y="17851"/>
                    <a:pt x="10584" y="17843"/>
                    <a:pt x="10548" y="17843"/>
                  </a:cubicBezTo>
                  <a:close/>
                  <a:moveTo>
                    <a:pt x="5772" y="17877"/>
                  </a:moveTo>
                  <a:cubicBezTo>
                    <a:pt x="5739" y="17877"/>
                    <a:pt x="5707" y="17884"/>
                    <a:pt x="5683" y="17898"/>
                  </a:cubicBezTo>
                  <a:lnTo>
                    <a:pt x="4509" y="18577"/>
                  </a:lnTo>
                  <a:cubicBezTo>
                    <a:pt x="4458" y="18605"/>
                    <a:pt x="4461" y="18656"/>
                    <a:pt x="4516" y="18686"/>
                  </a:cubicBezTo>
                  <a:lnTo>
                    <a:pt x="5874" y="19472"/>
                  </a:lnTo>
                  <a:cubicBezTo>
                    <a:pt x="5902" y="19488"/>
                    <a:pt x="5939" y="19495"/>
                    <a:pt x="5974" y="19495"/>
                  </a:cubicBezTo>
                  <a:cubicBezTo>
                    <a:pt x="6007" y="19495"/>
                    <a:pt x="6039" y="19488"/>
                    <a:pt x="6062" y="19475"/>
                  </a:cubicBezTo>
                  <a:lnTo>
                    <a:pt x="7239" y="18796"/>
                  </a:lnTo>
                  <a:cubicBezTo>
                    <a:pt x="7287" y="18765"/>
                    <a:pt x="7287" y="18718"/>
                    <a:pt x="7233" y="18686"/>
                  </a:cubicBezTo>
                  <a:lnTo>
                    <a:pt x="5871" y="17902"/>
                  </a:lnTo>
                  <a:cubicBezTo>
                    <a:pt x="5844" y="17885"/>
                    <a:pt x="5808" y="17877"/>
                    <a:pt x="5772" y="17877"/>
                  </a:cubicBezTo>
                  <a:close/>
                  <a:moveTo>
                    <a:pt x="21808" y="18073"/>
                  </a:moveTo>
                  <a:cubicBezTo>
                    <a:pt x="21775" y="18073"/>
                    <a:pt x="21742" y="18079"/>
                    <a:pt x="21717" y="18093"/>
                  </a:cubicBezTo>
                  <a:lnTo>
                    <a:pt x="20543" y="18772"/>
                  </a:lnTo>
                  <a:cubicBezTo>
                    <a:pt x="20492" y="18803"/>
                    <a:pt x="20496" y="18850"/>
                    <a:pt x="20550" y="18881"/>
                  </a:cubicBezTo>
                  <a:lnTo>
                    <a:pt x="21909" y="19666"/>
                  </a:lnTo>
                  <a:cubicBezTo>
                    <a:pt x="21937" y="19682"/>
                    <a:pt x="21973" y="19691"/>
                    <a:pt x="22009" y="19691"/>
                  </a:cubicBezTo>
                  <a:cubicBezTo>
                    <a:pt x="22041" y="19691"/>
                    <a:pt x="22072" y="19684"/>
                    <a:pt x="22096" y="19669"/>
                  </a:cubicBezTo>
                  <a:lnTo>
                    <a:pt x="23273" y="18990"/>
                  </a:lnTo>
                  <a:cubicBezTo>
                    <a:pt x="23322" y="18963"/>
                    <a:pt x="23322" y="18915"/>
                    <a:pt x="23267" y="18885"/>
                  </a:cubicBezTo>
                  <a:lnTo>
                    <a:pt x="21905" y="18096"/>
                  </a:lnTo>
                  <a:cubicBezTo>
                    <a:pt x="21879" y="18080"/>
                    <a:pt x="21843" y="18073"/>
                    <a:pt x="21808" y="18073"/>
                  </a:cubicBezTo>
                  <a:close/>
                  <a:moveTo>
                    <a:pt x="17239" y="18467"/>
                  </a:moveTo>
                  <a:cubicBezTo>
                    <a:pt x="17207" y="18467"/>
                    <a:pt x="17175" y="18474"/>
                    <a:pt x="17150" y="18489"/>
                  </a:cubicBezTo>
                  <a:lnTo>
                    <a:pt x="15977" y="19165"/>
                  </a:lnTo>
                  <a:cubicBezTo>
                    <a:pt x="15926" y="19195"/>
                    <a:pt x="15929" y="19243"/>
                    <a:pt x="15983" y="19274"/>
                  </a:cubicBezTo>
                  <a:lnTo>
                    <a:pt x="17342" y="20058"/>
                  </a:lnTo>
                  <a:cubicBezTo>
                    <a:pt x="17371" y="20075"/>
                    <a:pt x="17407" y="20084"/>
                    <a:pt x="17442" y="20084"/>
                  </a:cubicBezTo>
                  <a:cubicBezTo>
                    <a:pt x="17474" y="20084"/>
                    <a:pt x="17505" y="20076"/>
                    <a:pt x="17530" y="20062"/>
                  </a:cubicBezTo>
                  <a:lnTo>
                    <a:pt x="18707" y="19383"/>
                  </a:lnTo>
                  <a:cubicBezTo>
                    <a:pt x="18755" y="19356"/>
                    <a:pt x="18752" y="19308"/>
                    <a:pt x="18700" y="19277"/>
                  </a:cubicBezTo>
                  <a:lnTo>
                    <a:pt x="17339" y="18492"/>
                  </a:lnTo>
                  <a:cubicBezTo>
                    <a:pt x="17312" y="18476"/>
                    <a:pt x="17275" y="18467"/>
                    <a:pt x="17239" y="18467"/>
                  </a:cubicBezTo>
                  <a:close/>
                  <a:moveTo>
                    <a:pt x="13127" y="18599"/>
                  </a:moveTo>
                  <a:cubicBezTo>
                    <a:pt x="13094" y="18599"/>
                    <a:pt x="13062" y="18605"/>
                    <a:pt x="13038" y="18618"/>
                  </a:cubicBezTo>
                  <a:lnTo>
                    <a:pt x="11861" y="19297"/>
                  </a:lnTo>
                  <a:cubicBezTo>
                    <a:pt x="11813" y="19329"/>
                    <a:pt x="11813" y="19376"/>
                    <a:pt x="11867" y="19406"/>
                  </a:cubicBezTo>
                  <a:lnTo>
                    <a:pt x="13229" y="20192"/>
                  </a:lnTo>
                  <a:cubicBezTo>
                    <a:pt x="13256" y="20208"/>
                    <a:pt x="13293" y="20216"/>
                    <a:pt x="13329" y="20216"/>
                  </a:cubicBezTo>
                  <a:cubicBezTo>
                    <a:pt x="13361" y="20216"/>
                    <a:pt x="13393" y="20210"/>
                    <a:pt x="13417" y="20195"/>
                  </a:cubicBezTo>
                  <a:lnTo>
                    <a:pt x="14591" y="19516"/>
                  </a:lnTo>
                  <a:cubicBezTo>
                    <a:pt x="14642" y="19488"/>
                    <a:pt x="14639" y="19441"/>
                    <a:pt x="14584" y="19406"/>
                  </a:cubicBezTo>
                  <a:lnTo>
                    <a:pt x="13226" y="18622"/>
                  </a:lnTo>
                  <a:cubicBezTo>
                    <a:pt x="13198" y="18606"/>
                    <a:pt x="13162" y="18599"/>
                    <a:pt x="13127" y="18599"/>
                  </a:cubicBezTo>
                  <a:close/>
                  <a:moveTo>
                    <a:pt x="8826" y="18835"/>
                  </a:moveTo>
                  <a:cubicBezTo>
                    <a:pt x="8795" y="18835"/>
                    <a:pt x="8764" y="18841"/>
                    <a:pt x="8741" y="18854"/>
                  </a:cubicBezTo>
                  <a:lnTo>
                    <a:pt x="7567" y="19533"/>
                  </a:lnTo>
                  <a:cubicBezTo>
                    <a:pt x="7516" y="19564"/>
                    <a:pt x="7519" y="19611"/>
                    <a:pt x="7574" y="19642"/>
                  </a:cubicBezTo>
                  <a:lnTo>
                    <a:pt x="8932" y="20427"/>
                  </a:lnTo>
                  <a:cubicBezTo>
                    <a:pt x="8961" y="20443"/>
                    <a:pt x="8997" y="20452"/>
                    <a:pt x="9033" y="20452"/>
                  </a:cubicBezTo>
                  <a:cubicBezTo>
                    <a:pt x="9065" y="20452"/>
                    <a:pt x="9096" y="20445"/>
                    <a:pt x="9120" y="20430"/>
                  </a:cubicBezTo>
                  <a:lnTo>
                    <a:pt x="10298" y="19751"/>
                  </a:lnTo>
                  <a:cubicBezTo>
                    <a:pt x="10345" y="19724"/>
                    <a:pt x="10342" y="19677"/>
                    <a:pt x="10290" y="19646"/>
                  </a:cubicBezTo>
                  <a:lnTo>
                    <a:pt x="8929" y="18861"/>
                  </a:lnTo>
                  <a:cubicBezTo>
                    <a:pt x="8901" y="18844"/>
                    <a:pt x="8863" y="18835"/>
                    <a:pt x="8826" y="18835"/>
                  </a:cubicBezTo>
                  <a:close/>
                  <a:moveTo>
                    <a:pt x="4052" y="18870"/>
                  </a:moveTo>
                  <a:cubicBezTo>
                    <a:pt x="4020" y="18870"/>
                    <a:pt x="3989" y="18877"/>
                    <a:pt x="3967" y="18891"/>
                  </a:cubicBezTo>
                  <a:lnTo>
                    <a:pt x="2789" y="19570"/>
                  </a:lnTo>
                  <a:cubicBezTo>
                    <a:pt x="2738" y="19598"/>
                    <a:pt x="2741" y="19646"/>
                    <a:pt x="2795" y="19677"/>
                  </a:cubicBezTo>
                  <a:lnTo>
                    <a:pt x="4158" y="20461"/>
                  </a:lnTo>
                  <a:cubicBezTo>
                    <a:pt x="4184" y="20480"/>
                    <a:pt x="4221" y="20488"/>
                    <a:pt x="4257" y="20488"/>
                  </a:cubicBezTo>
                  <a:cubicBezTo>
                    <a:pt x="4289" y="20488"/>
                    <a:pt x="4321" y="20481"/>
                    <a:pt x="4345" y="20468"/>
                  </a:cubicBezTo>
                  <a:lnTo>
                    <a:pt x="5519" y="19789"/>
                  </a:lnTo>
                  <a:cubicBezTo>
                    <a:pt x="5571" y="19759"/>
                    <a:pt x="5567" y="19710"/>
                    <a:pt x="5512" y="19680"/>
                  </a:cubicBezTo>
                  <a:lnTo>
                    <a:pt x="4154" y="18894"/>
                  </a:lnTo>
                  <a:cubicBezTo>
                    <a:pt x="4125" y="18879"/>
                    <a:pt x="4088" y="18870"/>
                    <a:pt x="4052" y="18870"/>
                  </a:cubicBezTo>
                  <a:close/>
                  <a:moveTo>
                    <a:pt x="20089" y="19066"/>
                  </a:moveTo>
                  <a:cubicBezTo>
                    <a:pt x="20056" y="19066"/>
                    <a:pt x="20024" y="19073"/>
                    <a:pt x="20001" y="19086"/>
                  </a:cubicBezTo>
                  <a:lnTo>
                    <a:pt x="18823" y="19765"/>
                  </a:lnTo>
                  <a:cubicBezTo>
                    <a:pt x="18772" y="19796"/>
                    <a:pt x="18776" y="19844"/>
                    <a:pt x="18830" y="19874"/>
                  </a:cubicBezTo>
                  <a:lnTo>
                    <a:pt x="20189" y="20660"/>
                  </a:lnTo>
                  <a:cubicBezTo>
                    <a:pt x="20216" y="20675"/>
                    <a:pt x="20253" y="20683"/>
                    <a:pt x="20288" y="20683"/>
                  </a:cubicBezTo>
                  <a:cubicBezTo>
                    <a:pt x="20321" y="20683"/>
                    <a:pt x="20353" y="20676"/>
                    <a:pt x="20376" y="20663"/>
                  </a:cubicBezTo>
                  <a:lnTo>
                    <a:pt x="21553" y="19984"/>
                  </a:lnTo>
                  <a:cubicBezTo>
                    <a:pt x="21605" y="19956"/>
                    <a:pt x="21602" y="19905"/>
                    <a:pt x="21547" y="19874"/>
                  </a:cubicBezTo>
                  <a:lnTo>
                    <a:pt x="20189" y="19089"/>
                  </a:lnTo>
                  <a:cubicBezTo>
                    <a:pt x="20160" y="19073"/>
                    <a:pt x="20124" y="19066"/>
                    <a:pt x="20089" y="19066"/>
                  </a:cubicBezTo>
                  <a:close/>
                  <a:moveTo>
                    <a:pt x="15522" y="19459"/>
                  </a:moveTo>
                  <a:cubicBezTo>
                    <a:pt x="15489" y="19459"/>
                    <a:pt x="15457" y="19465"/>
                    <a:pt x="15434" y="19479"/>
                  </a:cubicBezTo>
                  <a:lnTo>
                    <a:pt x="14256" y="20158"/>
                  </a:lnTo>
                  <a:cubicBezTo>
                    <a:pt x="14206" y="20189"/>
                    <a:pt x="14209" y="20236"/>
                    <a:pt x="14263" y="20267"/>
                  </a:cubicBezTo>
                  <a:lnTo>
                    <a:pt x="15622" y="21052"/>
                  </a:lnTo>
                  <a:cubicBezTo>
                    <a:pt x="15650" y="21068"/>
                    <a:pt x="15688" y="21076"/>
                    <a:pt x="15724" y="21076"/>
                  </a:cubicBezTo>
                  <a:cubicBezTo>
                    <a:pt x="15756" y="21076"/>
                    <a:pt x="15787" y="21070"/>
                    <a:pt x="15810" y="21055"/>
                  </a:cubicBezTo>
                  <a:lnTo>
                    <a:pt x="16987" y="20376"/>
                  </a:lnTo>
                  <a:cubicBezTo>
                    <a:pt x="17038" y="20348"/>
                    <a:pt x="17035" y="20301"/>
                    <a:pt x="16980" y="20271"/>
                  </a:cubicBezTo>
                  <a:lnTo>
                    <a:pt x="15622" y="19482"/>
                  </a:lnTo>
                  <a:cubicBezTo>
                    <a:pt x="15594" y="19466"/>
                    <a:pt x="15557" y="19459"/>
                    <a:pt x="15522" y="19459"/>
                  </a:cubicBezTo>
                  <a:close/>
                  <a:moveTo>
                    <a:pt x="11405" y="19590"/>
                  </a:moveTo>
                  <a:cubicBezTo>
                    <a:pt x="11373" y="19590"/>
                    <a:pt x="11342" y="19597"/>
                    <a:pt x="11318" y="19611"/>
                  </a:cubicBezTo>
                  <a:lnTo>
                    <a:pt x="10144" y="20291"/>
                  </a:lnTo>
                  <a:cubicBezTo>
                    <a:pt x="10093" y="20318"/>
                    <a:pt x="10096" y="20369"/>
                    <a:pt x="10147" y="20400"/>
                  </a:cubicBezTo>
                  <a:lnTo>
                    <a:pt x="11509" y="21185"/>
                  </a:lnTo>
                  <a:cubicBezTo>
                    <a:pt x="11537" y="21201"/>
                    <a:pt x="11573" y="21209"/>
                    <a:pt x="11607" y="21209"/>
                  </a:cubicBezTo>
                  <a:cubicBezTo>
                    <a:pt x="11640" y="21209"/>
                    <a:pt x="11672" y="21202"/>
                    <a:pt x="11697" y="21188"/>
                  </a:cubicBezTo>
                  <a:lnTo>
                    <a:pt x="12875" y="20509"/>
                  </a:lnTo>
                  <a:cubicBezTo>
                    <a:pt x="12922" y="20479"/>
                    <a:pt x="12919" y="20430"/>
                    <a:pt x="12867" y="20400"/>
                  </a:cubicBezTo>
                  <a:lnTo>
                    <a:pt x="11506" y="19615"/>
                  </a:lnTo>
                  <a:cubicBezTo>
                    <a:pt x="11477" y="19599"/>
                    <a:pt x="11440" y="19590"/>
                    <a:pt x="11405" y="19590"/>
                  </a:cubicBezTo>
                  <a:close/>
                  <a:moveTo>
                    <a:pt x="7113" y="19827"/>
                  </a:moveTo>
                  <a:cubicBezTo>
                    <a:pt x="7080" y="19827"/>
                    <a:pt x="7048" y="19834"/>
                    <a:pt x="7025" y="19847"/>
                  </a:cubicBezTo>
                  <a:lnTo>
                    <a:pt x="5847" y="20526"/>
                  </a:lnTo>
                  <a:cubicBezTo>
                    <a:pt x="5796" y="20557"/>
                    <a:pt x="5799" y="20605"/>
                    <a:pt x="5854" y="20635"/>
                  </a:cubicBezTo>
                  <a:lnTo>
                    <a:pt x="7212" y="21421"/>
                  </a:lnTo>
                  <a:cubicBezTo>
                    <a:pt x="7241" y="21437"/>
                    <a:pt x="7278" y="21445"/>
                    <a:pt x="7314" y="21445"/>
                  </a:cubicBezTo>
                  <a:cubicBezTo>
                    <a:pt x="7346" y="21445"/>
                    <a:pt x="7377" y="21438"/>
                    <a:pt x="7400" y="21424"/>
                  </a:cubicBezTo>
                  <a:lnTo>
                    <a:pt x="8578" y="20745"/>
                  </a:lnTo>
                  <a:cubicBezTo>
                    <a:pt x="8628" y="20717"/>
                    <a:pt x="8625" y="20670"/>
                    <a:pt x="8570" y="20635"/>
                  </a:cubicBezTo>
                  <a:lnTo>
                    <a:pt x="7212" y="19850"/>
                  </a:lnTo>
                  <a:cubicBezTo>
                    <a:pt x="7184" y="19835"/>
                    <a:pt x="7148" y="19827"/>
                    <a:pt x="7113" y="19827"/>
                  </a:cubicBezTo>
                  <a:close/>
                  <a:moveTo>
                    <a:pt x="18370" y="20059"/>
                  </a:moveTo>
                  <a:cubicBezTo>
                    <a:pt x="18337" y="20059"/>
                    <a:pt x="18305" y="20066"/>
                    <a:pt x="18281" y="20079"/>
                  </a:cubicBezTo>
                  <a:lnTo>
                    <a:pt x="17103" y="20758"/>
                  </a:lnTo>
                  <a:cubicBezTo>
                    <a:pt x="17055" y="20786"/>
                    <a:pt x="17059" y="20837"/>
                    <a:pt x="17109" y="20868"/>
                  </a:cubicBezTo>
                  <a:lnTo>
                    <a:pt x="18472" y="21652"/>
                  </a:lnTo>
                  <a:cubicBezTo>
                    <a:pt x="18500" y="21668"/>
                    <a:pt x="18535" y="21676"/>
                    <a:pt x="18570" y="21676"/>
                  </a:cubicBezTo>
                  <a:cubicBezTo>
                    <a:pt x="18603" y="21676"/>
                    <a:pt x="18635" y="21669"/>
                    <a:pt x="18659" y="21656"/>
                  </a:cubicBezTo>
                  <a:lnTo>
                    <a:pt x="19833" y="20977"/>
                  </a:lnTo>
                  <a:cubicBezTo>
                    <a:pt x="19885" y="20946"/>
                    <a:pt x="19881" y="20898"/>
                    <a:pt x="19826" y="20868"/>
                  </a:cubicBezTo>
                  <a:lnTo>
                    <a:pt x="18468" y="20082"/>
                  </a:lnTo>
                  <a:cubicBezTo>
                    <a:pt x="18440" y="20067"/>
                    <a:pt x="18405" y="20059"/>
                    <a:pt x="18370" y="20059"/>
                  </a:cubicBezTo>
                  <a:close/>
                  <a:moveTo>
                    <a:pt x="1589" y="20294"/>
                  </a:moveTo>
                  <a:cubicBezTo>
                    <a:pt x="1556" y="20294"/>
                    <a:pt x="1524" y="20301"/>
                    <a:pt x="1499" y="20315"/>
                  </a:cubicBezTo>
                  <a:lnTo>
                    <a:pt x="51" y="21151"/>
                  </a:lnTo>
                  <a:cubicBezTo>
                    <a:pt x="1" y="21178"/>
                    <a:pt x="4" y="21229"/>
                    <a:pt x="59" y="21260"/>
                  </a:cubicBezTo>
                  <a:lnTo>
                    <a:pt x="1417" y="22045"/>
                  </a:lnTo>
                  <a:cubicBezTo>
                    <a:pt x="1445" y="22061"/>
                    <a:pt x="1481" y="22069"/>
                    <a:pt x="1516" y="22069"/>
                  </a:cubicBezTo>
                  <a:cubicBezTo>
                    <a:pt x="1549" y="22069"/>
                    <a:pt x="1581" y="22062"/>
                    <a:pt x="1604" y="22048"/>
                  </a:cubicBezTo>
                  <a:lnTo>
                    <a:pt x="3052" y="21213"/>
                  </a:lnTo>
                  <a:cubicBezTo>
                    <a:pt x="3103" y="21185"/>
                    <a:pt x="3099" y="21134"/>
                    <a:pt x="3045" y="21103"/>
                  </a:cubicBezTo>
                  <a:lnTo>
                    <a:pt x="1686" y="20318"/>
                  </a:lnTo>
                  <a:cubicBezTo>
                    <a:pt x="1659" y="20302"/>
                    <a:pt x="1623" y="20294"/>
                    <a:pt x="1589" y="20294"/>
                  </a:cubicBezTo>
                  <a:close/>
                  <a:moveTo>
                    <a:pt x="13803" y="20452"/>
                  </a:moveTo>
                  <a:cubicBezTo>
                    <a:pt x="13770" y="20452"/>
                    <a:pt x="13739" y="20458"/>
                    <a:pt x="13714" y="20471"/>
                  </a:cubicBezTo>
                  <a:lnTo>
                    <a:pt x="12536" y="21151"/>
                  </a:lnTo>
                  <a:cubicBezTo>
                    <a:pt x="12489" y="21181"/>
                    <a:pt x="12492" y="21229"/>
                    <a:pt x="12543" y="21260"/>
                  </a:cubicBezTo>
                  <a:lnTo>
                    <a:pt x="13905" y="22045"/>
                  </a:lnTo>
                  <a:cubicBezTo>
                    <a:pt x="13931" y="22061"/>
                    <a:pt x="13967" y="22069"/>
                    <a:pt x="14002" y="22069"/>
                  </a:cubicBezTo>
                  <a:cubicBezTo>
                    <a:pt x="14035" y="22069"/>
                    <a:pt x="14068" y="22062"/>
                    <a:pt x="14093" y="22048"/>
                  </a:cubicBezTo>
                  <a:lnTo>
                    <a:pt x="15266" y="21369"/>
                  </a:lnTo>
                  <a:cubicBezTo>
                    <a:pt x="15318" y="21342"/>
                    <a:pt x="15315" y="21290"/>
                    <a:pt x="15260" y="21260"/>
                  </a:cubicBezTo>
                  <a:lnTo>
                    <a:pt x="13902" y="20475"/>
                  </a:lnTo>
                  <a:cubicBezTo>
                    <a:pt x="13873" y="20459"/>
                    <a:pt x="13838" y="20452"/>
                    <a:pt x="13803" y="20452"/>
                  </a:cubicBezTo>
                  <a:close/>
                  <a:moveTo>
                    <a:pt x="9686" y="20583"/>
                  </a:moveTo>
                  <a:cubicBezTo>
                    <a:pt x="9654" y="20583"/>
                    <a:pt x="9622" y="20590"/>
                    <a:pt x="9598" y="20605"/>
                  </a:cubicBezTo>
                  <a:lnTo>
                    <a:pt x="8424" y="21284"/>
                  </a:lnTo>
                  <a:cubicBezTo>
                    <a:pt x="8373" y="21311"/>
                    <a:pt x="8376" y="21359"/>
                    <a:pt x="8431" y="21393"/>
                  </a:cubicBezTo>
                  <a:lnTo>
                    <a:pt x="9789" y="22178"/>
                  </a:lnTo>
                  <a:cubicBezTo>
                    <a:pt x="9817" y="22194"/>
                    <a:pt x="9853" y="22201"/>
                    <a:pt x="9889" y="22201"/>
                  </a:cubicBezTo>
                  <a:cubicBezTo>
                    <a:pt x="9922" y="22201"/>
                    <a:pt x="9954" y="22195"/>
                    <a:pt x="9977" y="22182"/>
                  </a:cubicBezTo>
                  <a:lnTo>
                    <a:pt x="11154" y="21503"/>
                  </a:lnTo>
                  <a:cubicBezTo>
                    <a:pt x="11205" y="21471"/>
                    <a:pt x="11202" y="21424"/>
                    <a:pt x="11147" y="21393"/>
                  </a:cubicBezTo>
                  <a:lnTo>
                    <a:pt x="9786" y="20608"/>
                  </a:lnTo>
                  <a:cubicBezTo>
                    <a:pt x="9758" y="20592"/>
                    <a:pt x="9722" y="20583"/>
                    <a:pt x="9686" y="20583"/>
                  </a:cubicBezTo>
                  <a:close/>
                  <a:moveTo>
                    <a:pt x="5393" y="20820"/>
                  </a:moveTo>
                  <a:cubicBezTo>
                    <a:pt x="5361" y="20820"/>
                    <a:pt x="5329" y="20827"/>
                    <a:pt x="5304" y="20840"/>
                  </a:cubicBezTo>
                  <a:lnTo>
                    <a:pt x="4126" y="21520"/>
                  </a:lnTo>
                  <a:cubicBezTo>
                    <a:pt x="4079" y="21547"/>
                    <a:pt x="4082" y="21598"/>
                    <a:pt x="4134" y="21629"/>
                  </a:cubicBezTo>
                  <a:lnTo>
                    <a:pt x="5495" y="22413"/>
                  </a:lnTo>
                  <a:cubicBezTo>
                    <a:pt x="5522" y="22429"/>
                    <a:pt x="5557" y="22437"/>
                    <a:pt x="5592" y="22437"/>
                  </a:cubicBezTo>
                  <a:cubicBezTo>
                    <a:pt x="5625" y="22437"/>
                    <a:pt x="5658" y="22430"/>
                    <a:pt x="5683" y="22417"/>
                  </a:cubicBezTo>
                  <a:lnTo>
                    <a:pt x="6857" y="21738"/>
                  </a:lnTo>
                  <a:cubicBezTo>
                    <a:pt x="6908" y="21711"/>
                    <a:pt x="6905" y="21659"/>
                    <a:pt x="6850" y="21629"/>
                  </a:cubicBezTo>
                  <a:lnTo>
                    <a:pt x="5492" y="20844"/>
                  </a:lnTo>
                  <a:cubicBezTo>
                    <a:pt x="5464" y="20828"/>
                    <a:pt x="5428" y="20820"/>
                    <a:pt x="5393" y="20820"/>
                  </a:cubicBezTo>
                  <a:close/>
                  <a:moveTo>
                    <a:pt x="16649" y="21051"/>
                  </a:moveTo>
                  <a:cubicBezTo>
                    <a:pt x="16617" y="21051"/>
                    <a:pt x="16585" y="21058"/>
                    <a:pt x="16561" y="21073"/>
                  </a:cubicBezTo>
                  <a:lnTo>
                    <a:pt x="15386" y="21752"/>
                  </a:lnTo>
                  <a:cubicBezTo>
                    <a:pt x="15335" y="21779"/>
                    <a:pt x="15339" y="21827"/>
                    <a:pt x="15393" y="21857"/>
                  </a:cubicBezTo>
                  <a:lnTo>
                    <a:pt x="16752" y="22646"/>
                  </a:lnTo>
                  <a:cubicBezTo>
                    <a:pt x="16780" y="22662"/>
                    <a:pt x="16815" y="22669"/>
                    <a:pt x="16850" y="22669"/>
                  </a:cubicBezTo>
                  <a:cubicBezTo>
                    <a:pt x="16882" y="22669"/>
                    <a:pt x="16914" y="22662"/>
                    <a:pt x="16939" y="22649"/>
                  </a:cubicBezTo>
                  <a:lnTo>
                    <a:pt x="18117" y="21970"/>
                  </a:lnTo>
                  <a:cubicBezTo>
                    <a:pt x="18165" y="21939"/>
                    <a:pt x="18161" y="21892"/>
                    <a:pt x="18110" y="21861"/>
                  </a:cubicBezTo>
                  <a:lnTo>
                    <a:pt x="16748" y="21076"/>
                  </a:lnTo>
                  <a:cubicBezTo>
                    <a:pt x="16721" y="21059"/>
                    <a:pt x="16685" y="21051"/>
                    <a:pt x="16649" y="21051"/>
                  </a:cubicBezTo>
                  <a:close/>
                  <a:moveTo>
                    <a:pt x="12081" y="21443"/>
                  </a:moveTo>
                  <a:cubicBezTo>
                    <a:pt x="12049" y="21443"/>
                    <a:pt x="12018" y="21450"/>
                    <a:pt x="11994" y="21465"/>
                  </a:cubicBezTo>
                  <a:lnTo>
                    <a:pt x="10819" y="22144"/>
                  </a:lnTo>
                  <a:cubicBezTo>
                    <a:pt x="10769" y="22171"/>
                    <a:pt x="10772" y="22223"/>
                    <a:pt x="10827" y="22253"/>
                  </a:cubicBezTo>
                  <a:lnTo>
                    <a:pt x="12185" y="23038"/>
                  </a:lnTo>
                  <a:cubicBezTo>
                    <a:pt x="12213" y="23054"/>
                    <a:pt x="12249" y="23062"/>
                    <a:pt x="12283" y="23062"/>
                  </a:cubicBezTo>
                  <a:cubicBezTo>
                    <a:pt x="12316" y="23062"/>
                    <a:pt x="12348" y="23055"/>
                    <a:pt x="12373" y="23042"/>
                  </a:cubicBezTo>
                  <a:lnTo>
                    <a:pt x="13550" y="22363"/>
                  </a:lnTo>
                  <a:cubicBezTo>
                    <a:pt x="13598" y="22332"/>
                    <a:pt x="13595" y="22284"/>
                    <a:pt x="13543" y="22253"/>
                  </a:cubicBezTo>
                  <a:lnTo>
                    <a:pt x="12182" y="21468"/>
                  </a:lnTo>
                  <a:cubicBezTo>
                    <a:pt x="12154" y="21452"/>
                    <a:pt x="12118" y="21443"/>
                    <a:pt x="12081" y="21443"/>
                  </a:cubicBezTo>
                  <a:close/>
                  <a:moveTo>
                    <a:pt x="7966" y="21577"/>
                  </a:moveTo>
                  <a:cubicBezTo>
                    <a:pt x="7934" y="21577"/>
                    <a:pt x="7904" y="21583"/>
                    <a:pt x="7881" y="21598"/>
                  </a:cubicBezTo>
                  <a:lnTo>
                    <a:pt x="6703" y="22277"/>
                  </a:lnTo>
                  <a:cubicBezTo>
                    <a:pt x="6656" y="22304"/>
                    <a:pt x="6656" y="22352"/>
                    <a:pt x="6711" y="22383"/>
                  </a:cubicBezTo>
                  <a:lnTo>
                    <a:pt x="8072" y="23168"/>
                  </a:lnTo>
                  <a:cubicBezTo>
                    <a:pt x="8099" y="23184"/>
                    <a:pt x="8136" y="23193"/>
                    <a:pt x="8172" y="23193"/>
                  </a:cubicBezTo>
                  <a:cubicBezTo>
                    <a:pt x="8204" y="23193"/>
                    <a:pt x="8236" y="23186"/>
                    <a:pt x="8260" y="23171"/>
                  </a:cubicBezTo>
                  <a:lnTo>
                    <a:pt x="9434" y="22495"/>
                  </a:lnTo>
                  <a:cubicBezTo>
                    <a:pt x="9485" y="22465"/>
                    <a:pt x="9482" y="22417"/>
                    <a:pt x="9427" y="22386"/>
                  </a:cubicBezTo>
                  <a:lnTo>
                    <a:pt x="8069" y="21602"/>
                  </a:lnTo>
                  <a:cubicBezTo>
                    <a:pt x="8040" y="21585"/>
                    <a:pt x="8002" y="21577"/>
                    <a:pt x="7966" y="21577"/>
                  </a:cubicBezTo>
                  <a:close/>
                  <a:moveTo>
                    <a:pt x="3670" y="21812"/>
                  </a:moveTo>
                  <a:cubicBezTo>
                    <a:pt x="3639" y="21812"/>
                    <a:pt x="3608" y="21819"/>
                    <a:pt x="3584" y="21833"/>
                  </a:cubicBezTo>
                  <a:lnTo>
                    <a:pt x="2410" y="22513"/>
                  </a:lnTo>
                  <a:cubicBezTo>
                    <a:pt x="2359" y="22540"/>
                    <a:pt x="2362" y="22588"/>
                    <a:pt x="2417" y="22621"/>
                  </a:cubicBezTo>
                  <a:lnTo>
                    <a:pt x="3775" y="23407"/>
                  </a:lnTo>
                  <a:cubicBezTo>
                    <a:pt x="3803" y="23423"/>
                    <a:pt x="3839" y="23430"/>
                    <a:pt x="3873" y="23430"/>
                  </a:cubicBezTo>
                  <a:cubicBezTo>
                    <a:pt x="3906" y="23430"/>
                    <a:pt x="3938" y="23423"/>
                    <a:pt x="3963" y="23410"/>
                  </a:cubicBezTo>
                  <a:lnTo>
                    <a:pt x="5141" y="22731"/>
                  </a:lnTo>
                  <a:cubicBezTo>
                    <a:pt x="5188" y="22700"/>
                    <a:pt x="5185" y="22653"/>
                    <a:pt x="5134" y="22621"/>
                  </a:cubicBezTo>
                  <a:lnTo>
                    <a:pt x="3772" y="21837"/>
                  </a:lnTo>
                  <a:cubicBezTo>
                    <a:pt x="3743" y="21821"/>
                    <a:pt x="3706" y="21812"/>
                    <a:pt x="3670" y="21812"/>
                  </a:cubicBezTo>
                  <a:close/>
                  <a:moveTo>
                    <a:pt x="14929" y="22044"/>
                  </a:moveTo>
                  <a:cubicBezTo>
                    <a:pt x="14897" y="22044"/>
                    <a:pt x="14866" y="22051"/>
                    <a:pt x="14844" y="22065"/>
                  </a:cubicBezTo>
                  <a:lnTo>
                    <a:pt x="13666" y="22744"/>
                  </a:lnTo>
                  <a:cubicBezTo>
                    <a:pt x="13615" y="22772"/>
                    <a:pt x="13618" y="22820"/>
                    <a:pt x="13673" y="22851"/>
                  </a:cubicBezTo>
                  <a:lnTo>
                    <a:pt x="15031" y="23636"/>
                  </a:lnTo>
                  <a:cubicBezTo>
                    <a:pt x="15060" y="23652"/>
                    <a:pt x="15098" y="23660"/>
                    <a:pt x="15134" y="23660"/>
                  </a:cubicBezTo>
                  <a:cubicBezTo>
                    <a:pt x="15166" y="23660"/>
                    <a:pt x="15197" y="23653"/>
                    <a:pt x="15219" y="23639"/>
                  </a:cubicBezTo>
                  <a:lnTo>
                    <a:pt x="16397" y="22960"/>
                  </a:lnTo>
                  <a:cubicBezTo>
                    <a:pt x="16448" y="22933"/>
                    <a:pt x="16444" y="22884"/>
                    <a:pt x="16389" y="22854"/>
                  </a:cubicBezTo>
                  <a:lnTo>
                    <a:pt x="15031" y="22069"/>
                  </a:lnTo>
                  <a:cubicBezTo>
                    <a:pt x="15002" y="22053"/>
                    <a:pt x="14965" y="22044"/>
                    <a:pt x="14929" y="22044"/>
                  </a:cubicBezTo>
                  <a:close/>
                  <a:moveTo>
                    <a:pt x="10362" y="22437"/>
                  </a:moveTo>
                  <a:cubicBezTo>
                    <a:pt x="10330" y="22437"/>
                    <a:pt x="10300" y="22443"/>
                    <a:pt x="10277" y="22458"/>
                  </a:cubicBezTo>
                  <a:lnTo>
                    <a:pt x="9099" y="23138"/>
                  </a:lnTo>
                  <a:cubicBezTo>
                    <a:pt x="9049" y="23165"/>
                    <a:pt x="9052" y="23212"/>
                    <a:pt x="9107" y="23243"/>
                  </a:cubicBezTo>
                  <a:lnTo>
                    <a:pt x="10465" y="24031"/>
                  </a:lnTo>
                  <a:cubicBezTo>
                    <a:pt x="10493" y="24047"/>
                    <a:pt x="10529" y="24055"/>
                    <a:pt x="10564" y="24055"/>
                  </a:cubicBezTo>
                  <a:cubicBezTo>
                    <a:pt x="10597" y="24055"/>
                    <a:pt x="10629" y="24048"/>
                    <a:pt x="10652" y="24034"/>
                  </a:cubicBezTo>
                  <a:lnTo>
                    <a:pt x="11830" y="23355"/>
                  </a:lnTo>
                  <a:cubicBezTo>
                    <a:pt x="11881" y="23325"/>
                    <a:pt x="11878" y="23277"/>
                    <a:pt x="11823" y="23246"/>
                  </a:cubicBezTo>
                  <a:lnTo>
                    <a:pt x="10465" y="22462"/>
                  </a:lnTo>
                  <a:cubicBezTo>
                    <a:pt x="10436" y="22445"/>
                    <a:pt x="10398" y="22437"/>
                    <a:pt x="10362" y="22437"/>
                  </a:cubicBezTo>
                  <a:close/>
                  <a:moveTo>
                    <a:pt x="26278" y="17733"/>
                  </a:moveTo>
                  <a:cubicBezTo>
                    <a:pt x="26247" y="17733"/>
                    <a:pt x="26217" y="17739"/>
                    <a:pt x="26195" y="17752"/>
                  </a:cubicBezTo>
                  <a:lnTo>
                    <a:pt x="16512" y="23342"/>
                  </a:lnTo>
                  <a:cubicBezTo>
                    <a:pt x="16465" y="23373"/>
                    <a:pt x="16468" y="23420"/>
                    <a:pt x="16520" y="23451"/>
                  </a:cubicBezTo>
                  <a:lnTo>
                    <a:pt x="17881" y="24236"/>
                  </a:lnTo>
                  <a:cubicBezTo>
                    <a:pt x="17910" y="24252"/>
                    <a:pt x="17946" y="24261"/>
                    <a:pt x="17982" y="24261"/>
                  </a:cubicBezTo>
                  <a:cubicBezTo>
                    <a:pt x="18014" y="24261"/>
                    <a:pt x="18045" y="24254"/>
                    <a:pt x="18069" y="24239"/>
                  </a:cubicBezTo>
                  <a:lnTo>
                    <a:pt x="27748" y="18649"/>
                  </a:lnTo>
                  <a:cubicBezTo>
                    <a:pt x="27799" y="18622"/>
                    <a:pt x="27796" y="18574"/>
                    <a:pt x="27742" y="18543"/>
                  </a:cubicBezTo>
                  <a:lnTo>
                    <a:pt x="26383" y="17758"/>
                  </a:lnTo>
                  <a:cubicBezTo>
                    <a:pt x="26353" y="17742"/>
                    <a:pt x="26315" y="17733"/>
                    <a:pt x="26278" y="17733"/>
                  </a:cubicBezTo>
                  <a:close/>
                  <a:moveTo>
                    <a:pt x="6248" y="22568"/>
                  </a:moveTo>
                  <a:cubicBezTo>
                    <a:pt x="6216" y="22568"/>
                    <a:pt x="6185" y="22575"/>
                    <a:pt x="6161" y="22588"/>
                  </a:cubicBezTo>
                  <a:lnTo>
                    <a:pt x="4352" y="23632"/>
                  </a:lnTo>
                  <a:cubicBezTo>
                    <a:pt x="4301" y="23663"/>
                    <a:pt x="4304" y="23711"/>
                    <a:pt x="4359" y="23741"/>
                  </a:cubicBezTo>
                  <a:lnTo>
                    <a:pt x="5717" y="24526"/>
                  </a:lnTo>
                  <a:cubicBezTo>
                    <a:pt x="5746" y="24542"/>
                    <a:pt x="5784" y="24551"/>
                    <a:pt x="5820" y="24551"/>
                  </a:cubicBezTo>
                  <a:cubicBezTo>
                    <a:pt x="5852" y="24551"/>
                    <a:pt x="5882" y="24544"/>
                    <a:pt x="5905" y="24530"/>
                  </a:cubicBezTo>
                  <a:lnTo>
                    <a:pt x="7717" y="23486"/>
                  </a:lnTo>
                  <a:cubicBezTo>
                    <a:pt x="7765" y="23458"/>
                    <a:pt x="7762" y="23410"/>
                    <a:pt x="7710" y="23379"/>
                  </a:cubicBezTo>
                  <a:lnTo>
                    <a:pt x="6349" y="22594"/>
                  </a:lnTo>
                  <a:cubicBezTo>
                    <a:pt x="6320" y="22576"/>
                    <a:pt x="6283" y="22568"/>
                    <a:pt x="6248" y="22568"/>
                  </a:cubicBezTo>
                  <a:close/>
                  <a:moveTo>
                    <a:pt x="13213" y="23035"/>
                  </a:moveTo>
                  <a:cubicBezTo>
                    <a:pt x="13180" y="23035"/>
                    <a:pt x="13148" y="23042"/>
                    <a:pt x="13124" y="23056"/>
                  </a:cubicBezTo>
                  <a:lnTo>
                    <a:pt x="11946" y="23735"/>
                  </a:lnTo>
                  <a:cubicBezTo>
                    <a:pt x="11898" y="23765"/>
                    <a:pt x="11902" y="23813"/>
                    <a:pt x="11953" y="23844"/>
                  </a:cubicBezTo>
                  <a:lnTo>
                    <a:pt x="13315" y="24628"/>
                  </a:lnTo>
                  <a:cubicBezTo>
                    <a:pt x="13342" y="24645"/>
                    <a:pt x="13379" y="24653"/>
                    <a:pt x="13415" y="24653"/>
                  </a:cubicBezTo>
                  <a:cubicBezTo>
                    <a:pt x="13447" y="24653"/>
                    <a:pt x="13478" y="24647"/>
                    <a:pt x="13502" y="24632"/>
                  </a:cubicBezTo>
                  <a:lnTo>
                    <a:pt x="14677" y="23953"/>
                  </a:lnTo>
                  <a:cubicBezTo>
                    <a:pt x="14727" y="23926"/>
                    <a:pt x="14724" y="23878"/>
                    <a:pt x="14669" y="23847"/>
                  </a:cubicBezTo>
                  <a:lnTo>
                    <a:pt x="13311" y="23059"/>
                  </a:lnTo>
                  <a:cubicBezTo>
                    <a:pt x="13283" y="23043"/>
                    <a:pt x="13248" y="23035"/>
                    <a:pt x="13213" y="23035"/>
                  </a:cubicBezTo>
                  <a:close/>
                  <a:moveTo>
                    <a:pt x="16061" y="23636"/>
                  </a:moveTo>
                  <a:cubicBezTo>
                    <a:pt x="16028" y="23636"/>
                    <a:pt x="15995" y="23643"/>
                    <a:pt x="15970" y="23656"/>
                  </a:cubicBezTo>
                  <a:lnTo>
                    <a:pt x="14523" y="24492"/>
                  </a:lnTo>
                  <a:cubicBezTo>
                    <a:pt x="14475" y="24519"/>
                    <a:pt x="14475" y="24571"/>
                    <a:pt x="14529" y="24601"/>
                  </a:cubicBezTo>
                  <a:lnTo>
                    <a:pt x="15891" y="25386"/>
                  </a:lnTo>
                  <a:cubicBezTo>
                    <a:pt x="15918" y="25402"/>
                    <a:pt x="15953" y="25410"/>
                    <a:pt x="15989" y="25410"/>
                  </a:cubicBezTo>
                  <a:cubicBezTo>
                    <a:pt x="16022" y="25410"/>
                    <a:pt x="16055" y="25403"/>
                    <a:pt x="16079" y="25390"/>
                  </a:cubicBezTo>
                  <a:lnTo>
                    <a:pt x="17526" y="24554"/>
                  </a:lnTo>
                  <a:cubicBezTo>
                    <a:pt x="17574" y="24523"/>
                    <a:pt x="17574" y="24475"/>
                    <a:pt x="17519" y="24444"/>
                  </a:cubicBezTo>
                  <a:lnTo>
                    <a:pt x="16158" y="23659"/>
                  </a:lnTo>
                  <a:cubicBezTo>
                    <a:pt x="16131" y="23644"/>
                    <a:pt x="16096" y="23636"/>
                    <a:pt x="16061" y="23636"/>
                  </a:cubicBezTo>
                  <a:close/>
                  <a:moveTo>
                    <a:pt x="11494" y="24028"/>
                  </a:moveTo>
                  <a:cubicBezTo>
                    <a:pt x="11461" y="24028"/>
                    <a:pt x="11428" y="24035"/>
                    <a:pt x="11404" y="24048"/>
                  </a:cubicBezTo>
                  <a:lnTo>
                    <a:pt x="10229" y="24727"/>
                  </a:lnTo>
                  <a:cubicBezTo>
                    <a:pt x="10178" y="24759"/>
                    <a:pt x="10181" y="24806"/>
                    <a:pt x="10236" y="24837"/>
                  </a:cubicBezTo>
                  <a:lnTo>
                    <a:pt x="11594" y="25622"/>
                  </a:lnTo>
                  <a:cubicBezTo>
                    <a:pt x="11623" y="25637"/>
                    <a:pt x="11658" y="25645"/>
                    <a:pt x="11693" y="25645"/>
                  </a:cubicBezTo>
                  <a:cubicBezTo>
                    <a:pt x="11725" y="25645"/>
                    <a:pt x="11757" y="25638"/>
                    <a:pt x="11782" y="25625"/>
                  </a:cubicBezTo>
                  <a:lnTo>
                    <a:pt x="12960" y="24946"/>
                  </a:lnTo>
                  <a:cubicBezTo>
                    <a:pt x="13007" y="24919"/>
                    <a:pt x="13004" y="24867"/>
                    <a:pt x="12952" y="24837"/>
                  </a:cubicBezTo>
                  <a:lnTo>
                    <a:pt x="11591" y="24052"/>
                  </a:lnTo>
                  <a:cubicBezTo>
                    <a:pt x="11565" y="24036"/>
                    <a:pt x="11529" y="24028"/>
                    <a:pt x="11494" y="24028"/>
                  </a:cubicBezTo>
                  <a:close/>
                  <a:moveTo>
                    <a:pt x="8643" y="23430"/>
                  </a:moveTo>
                  <a:cubicBezTo>
                    <a:pt x="8612" y="23430"/>
                    <a:pt x="8581" y="23437"/>
                    <a:pt x="8557" y="23451"/>
                  </a:cubicBezTo>
                  <a:lnTo>
                    <a:pt x="6294" y="24755"/>
                  </a:lnTo>
                  <a:cubicBezTo>
                    <a:pt x="6246" y="24786"/>
                    <a:pt x="6246" y="24833"/>
                    <a:pt x="6301" y="24864"/>
                  </a:cubicBezTo>
                  <a:lnTo>
                    <a:pt x="7663" y="25649"/>
                  </a:lnTo>
                  <a:cubicBezTo>
                    <a:pt x="7690" y="25665"/>
                    <a:pt x="7726" y="25674"/>
                    <a:pt x="7762" y="25674"/>
                  </a:cubicBezTo>
                  <a:cubicBezTo>
                    <a:pt x="7794" y="25674"/>
                    <a:pt x="7826" y="25667"/>
                    <a:pt x="7850" y="25652"/>
                  </a:cubicBezTo>
                  <a:lnTo>
                    <a:pt x="10110" y="24346"/>
                  </a:lnTo>
                  <a:cubicBezTo>
                    <a:pt x="10161" y="24318"/>
                    <a:pt x="10158" y="24270"/>
                    <a:pt x="10103" y="24239"/>
                  </a:cubicBezTo>
                  <a:lnTo>
                    <a:pt x="8745" y="23455"/>
                  </a:lnTo>
                  <a:cubicBezTo>
                    <a:pt x="8716" y="23438"/>
                    <a:pt x="8679" y="23430"/>
                    <a:pt x="8643" y="23430"/>
                  </a:cubicBezTo>
                  <a:close/>
                  <a:moveTo>
                    <a:pt x="14067" y="24785"/>
                  </a:moveTo>
                  <a:cubicBezTo>
                    <a:pt x="14035" y="24785"/>
                    <a:pt x="14004" y="24792"/>
                    <a:pt x="13980" y="24806"/>
                  </a:cubicBezTo>
                  <a:lnTo>
                    <a:pt x="12533" y="25642"/>
                  </a:lnTo>
                  <a:cubicBezTo>
                    <a:pt x="12481" y="25669"/>
                    <a:pt x="12486" y="25718"/>
                    <a:pt x="12540" y="25748"/>
                  </a:cubicBezTo>
                  <a:lnTo>
                    <a:pt x="13899" y="26533"/>
                  </a:lnTo>
                  <a:cubicBezTo>
                    <a:pt x="13927" y="26549"/>
                    <a:pt x="13965" y="26558"/>
                    <a:pt x="14001" y="26558"/>
                  </a:cubicBezTo>
                  <a:cubicBezTo>
                    <a:pt x="14033" y="26558"/>
                    <a:pt x="14063" y="26551"/>
                    <a:pt x="14086" y="26537"/>
                  </a:cubicBezTo>
                  <a:lnTo>
                    <a:pt x="15537" y="25704"/>
                  </a:lnTo>
                  <a:cubicBezTo>
                    <a:pt x="15584" y="25673"/>
                    <a:pt x="15581" y="25625"/>
                    <a:pt x="15529" y="25595"/>
                  </a:cubicBezTo>
                  <a:lnTo>
                    <a:pt x="14168" y="24809"/>
                  </a:lnTo>
                  <a:cubicBezTo>
                    <a:pt x="14139" y="24793"/>
                    <a:pt x="14103" y="24785"/>
                    <a:pt x="14067" y="24785"/>
                  </a:cubicBezTo>
                  <a:close/>
                  <a:moveTo>
                    <a:pt x="9772" y="25020"/>
                  </a:moveTo>
                  <a:cubicBezTo>
                    <a:pt x="9740" y="25020"/>
                    <a:pt x="9709" y="25027"/>
                    <a:pt x="9687" y="25042"/>
                  </a:cubicBezTo>
                  <a:lnTo>
                    <a:pt x="8236" y="25877"/>
                  </a:lnTo>
                  <a:cubicBezTo>
                    <a:pt x="8188" y="25905"/>
                    <a:pt x="8192" y="25956"/>
                    <a:pt x="8243" y="25987"/>
                  </a:cubicBezTo>
                  <a:lnTo>
                    <a:pt x="9605" y="26772"/>
                  </a:lnTo>
                  <a:cubicBezTo>
                    <a:pt x="9633" y="26788"/>
                    <a:pt x="9668" y="26796"/>
                    <a:pt x="9703" y="26796"/>
                  </a:cubicBezTo>
                  <a:cubicBezTo>
                    <a:pt x="9736" y="26796"/>
                    <a:pt x="9768" y="26789"/>
                    <a:pt x="9792" y="26775"/>
                  </a:cubicBezTo>
                  <a:lnTo>
                    <a:pt x="11240" y="25939"/>
                  </a:lnTo>
                  <a:cubicBezTo>
                    <a:pt x="11290" y="25909"/>
                    <a:pt x="11287" y="25861"/>
                    <a:pt x="11232" y="25830"/>
                  </a:cubicBezTo>
                  <a:lnTo>
                    <a:pt x="9874" y="25045"/>
                  </a:lnTo>
                  <a:cubicBezTo>
                    <a:pt x="9845" y="25029"/>
                    <a:pt x="9808" y="25020"/>
                    <a:pt x="9772" y="25020"/>
                  </a:cubicBezTo>
                  <a:close/>
                  <a:moveTo>
                    <a:pt x="12077" y="25933"/>
                  </a:moveTo>
                  <a:cubicBezTo>
                    <a:pt x="12046" y="25933"/>
                    <a:pt x="12014" y="25940"/>
                    <a:pt x="11990" y="25953"/>
                  </a:cubicBezTo>
                  <a:lnTo>
                    <a:pt x="10181" y="26997"/>
                  </a:lnTo>
                  <a:cubicBezTo>
                    <a:pt x="10131" y="27028"/>
                    <a:pt x="10134" y="27076"/>
                    <a:pt x="10188" y="27106"/>
                  </a:cubicBezTo>
                  <a:lnTo>
                    <a:pt x="11547" y="27892"/>
                  </a:lnTo>
                  <a:cubicBezTo>
                    <a:pt x="11575" y="27908"/>
                    <a:pt x="11612" y="27916"/>
                    <a:pt x="11647" y="27916"/>
                  </a:cubicBezTo>
                  <a:cubicBezTo>
                    <a:pt x="11679" y="27916"/>
                    <a:pt x="11710" y="27909"/>
                    <a:pt x="11734" y="27895"/>
                  </a:cubicBezTo>
                  <a:lnTo>
                    <a:pt x="13543" y="26851"/>
                  </a:lnTo>
                  <a:cubicBezTo>
                    <a:pt x="13595" y="26824"/>
                    <a:pt x="13591" y="26775"/>
                    <a:pt x="13536" y="26745"/>
                  </a:cubicBezTo>
                  <a:lnTo>
                    <a:pt x="12178" y="25959"/>
                  </a:lnTo>
                  <a:cubicBezTo>
                    <a:pt x="12149" y="25942"/>
                    <a:pt x="12113" y="25933"/>
                    <a:pt x="12077" y="25933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6874;p41"/>
            <p:cNvSpPr/>
            <p:nvPr/>
          </p:nvSpPr>
          <p:spPr>
            <a:xfrm>
              <a:off x="4170900" y="3147100"/>
              <a:ext cx="519900" cy="300200"/>
            </a:xfrm>
            <a:custGeom>
              <a:avLst/>
              <a:gdLst/>
              <a:ahLst/>
              <a:cxnLst/>
              <a:rect l="l" t="t" r="r" b="b"/>
              <a:pathLst>
                <a:path w="20796" h="12008" extrusionOk="0">
                  <a:moveTo>
                    <a:pt x="12874" y="1"/>
                  </a:moveTo>
                  <a:lnTo>
                    <a:pt x="0" y="7431"/>
                  </a:lnTo>
                  <a:lnTo>
                    <a:pt x="7922" y="12008"/>
                  </a:lnTo>
                  <a:lnTo>
                    <a:pt x="20795" y="4574"/>
                  </a:lnTo>
                  <a:lnTo>
                    <a:pt x="12874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6875;p41"/>
            <p:cNvSpPr/>
            <p:nvPr/>
          </p:nvSpPr>
          <p:spPr>
            <a:xfrm>
              <a:off x="3502450" y="1672600"/>
              <a:ext cx="1015050" cy="1364475"/>
            </a:xfrm>
            <a:custGeom>
              <a:avLst/>
              <a:gdLst/>
              <a:ahLst/>
              <a:cxnLst/>
              <a:rect l="l" t="t" r="r" b="b"/>
              <a:pathLst>
                <a:path w="40602" h="54579" extrusionOk="0">
                  <a:moveTo>
                    <a:pt x="39846" y="1"/>
                  </a:moveTo>
                  <a:cubicBezTo>
                    <a:pt x="39663" y="1"/>
                    <a:pt x="39457" y="60"/>
                    <a:pt x="39240" y="185"/>
                  </a:cubicBezTo>
                  <a:lnTo>
                    <a:pt x="878" y="22332"/>
                  </a:lnTo>
                  <a:cubicBezTo>
                    <a:pt x="396" y="22612"/>
                    <a:pt x="1" y="23294"/>
                    <a:pt x="1" y="23855"/>
                  </a:cubicBezTo>
                  <a:lnTo>
                    <a:pt x="1" y="54128"/>
                  </a:lnTo>
                  <a:cubicBezTo>
                    <a:pt x="1" y="54412"/>
                    <a:pt x="146" y="54578"/>
                    <a:pt x="355" y="54578"/>
                  </a:cubicBezTo>
                  <a:cubicBezTo>
                    <a:pt x="440" y="54578"/>
                    <a:pt x="535" y="54551"/>
                    <a:pt x="636" y="54493"/>
                  </a:cubicBezTo>
                  <a:lnTo>
                    <a:pt x="39970" y="31783"/>
                  </a:lnTo>
                  <a:cubicBezTo>
                    <a:pt x="40318" y="31581"/>
                    <a:pt x="40602" y="31087"/>
                    <a:pt x="40602" y="30684"/>
                  </a:cubicBezTo>
                  <a:lnTo>
                    <a:pt x="40602" y="973"/>
                  </a:lnTo>
                  <a:cubicBezTo>
                    <a:pt x="40602" y="358"/>
                    <a:pt x="40294" y="1"/>
                    <a:pt x="39846" y="1"/>
                  </a:cubicBezTo>
                  <a:close/>
                </a:path>
              </a:pathLst>
            </a:custGeom>
            <a:solidFill>
              <a:srgbClr val="F5F5F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6876;p41"/>
            <p:cNvSpPr/>
            <p:nvPr/>
          </p:nvSpPr>
          <p:spPr>
            <a:xfrm>
              <a:off x="3502450" y="1672600"/>
              <a:ext cx="1015050" cy="628200"/>
            </a:xfrm>
            <a:custGeom>
              <a:avLst/>
              <a:gdLst/>
              <a:ahLst/>
              <a:cxnLst/>
              <a:rect l="l" t="t" r="r" b="b"/>
              <a:pathLst>
                <a:path w="40602" h="25128" extrusionOk="0">
                  <a:moveTo>
                    <a:pt x="39846" y="1"/>
                  </a:moveTo>
                  <a:cubicBezTo>
                    <a:pt x="39663" y="1"/>
                    <a:pt x="39457" y="60"/>
                    <a:pt x="39240" y="185"/>
                  </a:cubicBezTo>
                  <a:lnTo>
                    <a:pt x="878" y="22332"/>
                  </a:lnTo>
                  <a:cubicBezTo>
                    <a:pt x="396" y="22612"/>
                    <a:pt x="1" y="23294"/>
                    <a:pt x="1" y="23855"/>
                  </a:cubicBezTo>
                  <a:lnTo>
                    <a:pt x="1" y="25128"/>
                  </a:lnTo>
                  <a:lnTo>
                    <a:pt x="40602" y="1684"/>
                  </a:lnTo>
                  <a:lnTo>
                    <a:pt x="40602" y="973"/>
                  </a:lnTo>
                  <a:cubicBezTo>
                    <a:pt x="40602" y="358"/>
                    <a:pt x="40294" y="1"/>
                    <a:pt x="3984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6877;p41"/>
            <p:cNvSpPr/>
            <p:nvPr/>
          </p:nvSpPr>
          <p:spPr>
            <a:xfrm>
              <a:off x="4362800" y="1753675"/>
              <a:ext cx="23475" cy="30375"/>
            </a:xfrm>
            <a:custGeom>
              <a:avLst/>
              <a:gdLst/>
              <a:ahLst/>
              <a:cxnLst/>
              <a:rect l="l" t="t" r="r" b="b"/>
              <a:pathLst>
                <a:path w="939" h="1215" extrusionOk="0">
                  <a:moveTo>
                    <a:pt x="678" y="0"/>
                  </a:moveTo>
                  <a:cubicBezTo>
                    <a:pt x="615" y="0"/>
                    <a:pt x="543" y="21"/>
                    <a:pt x="467" y="65"/>
                  </a:cubicBezTo>
                  <a:cubicBezTo>
                    <a:pt x="208" y="216"/>
                    <a:pt x="0" y="577"/>
                    <a:pt x="0" y="878"/>
                  </a:cubicBezTo>
                  <a:cubicBezTo>
                    <a:pt x="0" y="1091"/>
                    <a:pt x="105" y="1215"/>
                    <a:pt x="259" y="1215"/>
                  </a:cubicBezTo>
                  <a:cubicBezTo>
                    <a:pt x="321" y="1215"/>
                    <a:pt x="392" y="1194"/>
                    <a:pt x="467" y="1150"/>
                  </a:cubicBezTo>
                  <a:cubicBezTo>
                    <a:pt x="727" y="1000"/>
                    <a:pt x="938" y="635"/>
                    <a:pt x="938" y="334"/>
                  </a:cubicBezTo>
                  <a:cubicBezTo>
                    <a:pt x="938" y="122"/>
                    <a:pt x="832" y="0"/>
                    <a:pt x="678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6878;p41"/>
            <p:cNvSpPr/>
            <p:nvPr/>
          </p:nvSpPr>
          <p:spPr>
            <a:xfrm>
              <a:off x="4409375" y="1726750"/>
              <a:ext cx="23475" cy="30350"/>
            </a:xfrm>
            <a:custGeom>
              <a:avLst/>
              <a:gdLst/>
              <a:ahLst/>
              <a:cxnLst/>
              <a:rect l="l" t="t" r="r" b="b"/>
              <a:pathLst>
                <a:path w="939" h="1214" extrusionOk="0">
                  <a:moveTo>
                    <a:pt x="680" y="1"/>
                  </a:moveTo>
                  <a:cubicBezTo>
                    <a:pt x="617" y="1"/>
                    <a:pt x="547" y="21"/>
                    <a:pt x="472" y="64"/>
                  </a:cubicBezTo>
                  <a:cubicBezTo>
                    <a:pt x="212" y="214"/>
                    <a:pt x="1" y="579"/>
                    <a:pt x="1" y="879"/>
                  </a:cubicBezTo>
                  <a:cubicBezTo>
                    <a:pt x="1" y="1092"/>
                    <a:pt x="107" y="1214"/>
                    <a:pt x="261" y="1214"/>
                  </a:cubicBezTo>
                  <a:cubicBezTo>
                    <a:pt x="324" y="1214"/>
                    <a:pt x="396" y="1193"/>
                    <a:pt x="472" y="1149"/>
                  </a:cubicBezTo>
                  <a:cubicBezTo>
                    <a:pt x="731" y="999"/>
                    <a:pt x="939" y="637"/>
                    <a:pt x="939" y="337"/>
                  </a:cubicBezTo>
                  <a:cubicBezTo>
                    <a:pt x="939" y="123"/>
                    <a:pt x="834" y="1"/>
                    <a:pt x="680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6879;p41"/>
            <p:cNvSpPr/>
            <p:nvPr/>
          </p:nvSpPr>
          <p:spPr>
            <a:xfrm>
              <a:off x="4455975" y="1699850"/>
              <a:ext cx="23475" cy="30350"/>
            </a:xfrm>
            <a:custGeom>
              <a:avLst/>
              <a:gdLst/>
              <a:ahLst/>
              <a:cxnLst/>
              <a:rect l="l" t="t" r="r" b="b"/>
              <a:pathLst>
                <a:path w="939" h="1214" extrusionOk="0">
                  <a:moveTo>
                    <a:pt x="679" y="1"/>
                  </a:moveTo>
                  <a:cubicBezTo>
                    <a:pt x="617" y="1"/>
                    <a:pt x="546" y="21"/>
                    <a:pt x="471" y="64"/>
                  </a:cubicBezTo>
                  <a:cubicBezTo>
                    <a:pt x="212" y="214"/>
                    <a:pt x="0" y="580"/>
                    <a:pt x="0" y="877"/>
                  </a:cubicBezTo>
                  <a:cubicBezTo>
                    <a:pt x="0" y="1090"/>
                    <a:pt x="107" y="1214"/>
                    <a:pt x="262" y="1214"/>
                  </a:cubicBezTo>
                  <a:cubicBezTo>
                    <a:pt x="325" y="1214"/>
                    <a:pt x="396" y="1193"/>
                    <a:pt x="471" y="1150"/>
                  </a:cubicBezTo>
                  <a:cubicBezTo>
                    <a:pt x="730" y="1000"/>
                    <a:pt x="938" y="635"/>
                    <a:pt x="938" y="337"/>
                  </a:cubicBezTo>
                  <a:cubicBezTo>
                    <a:pt x="938" y="124"/>
                    <a:pt x="833" y="1"/>
                    <a:pt x="67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6880;p41"/>
            <p:cNvSpPr/>
            <p:nvPr/>
          </p:nvSpPr>
          <p:spPr>
            <a:xfrm>
              <a:off x="3502450" y="1714675"/>
              <a:ext cx="1015050" cy="729050"/>
            </a:xfrm>
            <a:custGeom>
              <a:avLst/>
              <a:gdLst/>
              <a:ahLst/>
              <a:cxnLst/>
              <a:rect l="l" t="t" r="r" b="b"/>
              <a:pathLst>
                <a:path w="40602" h="29162" extrusionOk="0">
                  <a:moveTo>
                    <a:pt x="40602" y="1"/>
                  </a:moveTo>
                  <a:lnTo>
                    <a:pt x="1" y="23445"/>
                  </a:lnTo>
                  <a:lnTo>
                    <a:pt x="1" y="29161"/>
                  </a:lnTo>
                  <a:lnTo>
                    <a:pt x="40602" y="5721"/>
                  </a:lnTo>
                  <a:lnTo>
                    <a:pt x="40602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6881;p41"/>
            <p:cNvSpPr/>
            <p:nvPr/>
          </p:nvSpPr>
          <p:spPr>
            <a:xfrm>
              <a:off x="3502450" y="1714675"/>
              <a:ext cx="1015050" cy="729050"/>
            </a:xfrm>
            <a:custGeom>
              <a:avLst/>
              <a:gdLst/>
              <a:ahLst/>
              <a:cxnLst/>
              <a:rect l="l" t="t" r="r" b="b"/>
              <a:pathLst>
                <a:path w="40602" h="29162" extrusionOk="0">
                  <a:moveTo>
                    <a:pt x="40602" y="1"/>
                  </a:moveTo>
                  <a:lnTo>
                    <a:pt x="1" y="23445"/>
                  </a:lnTo>
                  <a:lnTo>
                    <a:pt x="1" y="29161"/>
                  </a:lnTo>
                  <a:lnTo>
                    <a:pt x="40602" y="5721"/>
                  </a:lnTo>
                  <a:lnTo>
                    <a:pt x="40602" y="1"/>
                  </a:lnTo>
                  <a:close/>
                </a:path>
              </a:pathLst>
            </a:custGeom>
            <a:solidFill>
              <a:srgbClr val="23C7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6882;p41"/>
            <p:cNvSpPr/>
            <p:nvPr/>
          </p:nvSpPr>
          <p:spPr>
            <a:xfrm>
              <a:off x="3558425" y="2289375"/>
              <a:ext cx="53100" cy="80850"/>
            </a:xfrm>
            <a:custGeom>
              <a:avLst/>
              <a:gdLst/>
              <a:ahLst/>
              <a:cxnLst/>
              <a:rect l="l" t="t" r="r" b="b"/>
              <a:pathLst>
                <a:path w="2124" h="3234" extrusionOk="0">
                  <a:moveTo>
                    <a:pt x="1365" y="834"/>
                  </a:moveTo>
                  <a:cubicBezTo>
                    <a:pt x="1409" y="834"/>
                    <a:pt x="1445" y="845"/>
                    <a:pt x="1475" y="866"/>
                  </a:cubicBezTo>
                  <a:cubicBezTo>
                    <a:pt x="1561" y="928"/>
                    <a:pt x="1605" y="1078"/>
                    <a:pt x="1605" y="1317"/>
                  </a:cubicBezTo>
                  <a:cubicBezTo>
                    <a:pt x="1605" y="1603"/>
                    <a:pt x="1550" y="1849"/>
                    <a:pt x="1441" y="2051"/>
                  </a:cubicBezTo>
                  <a:cubicBezTo>
                    <a:pt x="1336" y="2255"/>
                    <a:pt x="1168" y="2419"/>
                    <a:pt x="939" y="2552"/>
                  </a:cubicBezTo>
                  <a:cubicBezTo>
                    <a:pt x="860" y="2596"/>
                    <a:pt x="783" y="2634"/>
                    <a:pt x="704" y="2658"/>
                  </a:cubicBezTo>
                  <a:cubicBezTo>
                    <a:pt x="641" y="2677"/>
                    <a:pt x="586" y="2687"/>
                    <a:pt x="545" y="2687"/>
                  </a:cubicBezTo>
                  <a:cubicBezTo>
                    <a:pt x="534" y="2687"/>
                    <a:pt x="525" y="2687"/>
                    <a:pt x="516" y="2685"/>
                  </a:cubicBezTo>
                  <a:lnTo>
                    <a:pt x="516" y="1723"/>
                  </a:lnTo>
                  <a:cubicBezTo>
                    <a:pt x="516" y="1569"/>
                    <a:pt x="567" y="1422"/>
                    <a:pt x="673" y="1279"/>
                  </a:cubicBezTo>
                  <a:cubicBezTo>
                    <a:pt x="783" y="1139"/>
                    <a:pt x="906" y="1027"/>
                    <a:pt x="1041" y="948"/>
                  </a:cubicBezTo>
                  <a:cubicBezTo>
                    <a:pt x="1175" y="872"/>
                    <a:pt x="1283" y="834"/>
                    <a:pt x="1365" y="834"/>
                  </a:cubicBezTo>
                  <a:close/>
                  <a:moveTo>
                    <a:pt x="454" y="0"/>
                  </a:moveTo>
                  <a:cubicBezTo>
                    <a:pt x="430" y="0"/>
                    <a:pt x="398" y="12"/>
                    <a:pt x="359" y="33"/>
                  </a:cubicBezTo>
                  <a:lnTo>
                    <a:pt x="151" y="153"/>
                  </a:lnTo>
                  <a:cubicBezTo>
                    <a:pt x="96" y="183"/>
                    <a:pt x="59" y="221"/>
                    <a:pt x="35" y="262"/>
                  </a:cubicBezTo>
                  <a:cubicBezTo>
                    <a:pt x="11" y="306"/>
                    <a:pt x="0" y="354"/>
                    <a:pt x="0" y="416"/>
                  </a:cubicBezTo>
                  <a:lnTo>
                    <a:pt x="0" y="3218"/>
                  </a:lnTo>
                  <a:cubicBezTo>
                    <a:pt x="40" y="3228"/>
                    <a:pt x="86" y="3234"/>
                    <a:pt x="138" y="3234"/>
                  </a:cubicBezTo>
                  <a:cubicBezTo>
                    <a:pt x="218" y="3234"/>
                    <a:pt x="312" y="3221"/>
                    <a:pt x="421" y="3193"/>
                  </a:cubicBezTo>
                  <a:cubicBezTo>
                    <a:pt x="598" y="3149"/>
                    <a:pt x="779" y="3075"/>
                    <a:pt x="967" y="2968"/>
                  </a:cubicBezTo>
                  <a:cubicBezTo>
                    <a:pt x="1349" y="2747"/>
                    <a:pt x="1635" y="2467"/>
                    <a:pt x="1830" y="2128"/>
                  </a:cubicBezTo>
                  <a:cubicBezTo>
                    <a:pt x="2024" y="1788"/>
                    <a:pt x="2124" y="1412"/>
                    <a:pt x="2124" y="1002"/>
                  </a:cubicBezTo>
                  <a:cubicBezTo>
                    <a:pt x="2124" y="651"/>
                    <a:pt x="2042" y="425"/>
                    <a:pt x="1875" y="326"/>
                  </a:cubicBezTo>
                  <a:cubicBezTo>
                    <a:pt x="1814" y="291"/>
                    <a:pt x="1745" y="273"/>
                    <a:pt x="1666" y="273"/>
                  </a:cubicBezTo>
                  <a:cubicBezTo>
                    <a:pt x="1527" y="273"/>
                    <a:pt x="1359" y="329"/>
                    <a:pt x="1161" y="443"/>
                  </a:cubicBezTo>
                  <a:cubicBezTo>
                    <a:pt x="1032" y="518"/>
                    <a:pt x="909" y="610"/>
                    <a:pt x="792" y="712"/>
                  </a:cubicBezTo>
                  <a:cubicBezTo>
                    <a:pt x="680" y="818"/>
                    <a:pt x="588" y="924"/>
                    <a:pt x="516" y="1040"/>
                  </a:cubicBezTo>
                  <a:lnTo>
                    <a:pt x="516" y="118"/>
                  </a:lnTo>
                  <a:cubicBezTo>
                    <a:pt x="516" y="57"/>
                    <a:pt x="503" y="19"/>
                    <a:pt x="479" y="6"/>
                  </a:cubicBezTo>
                  <a:cubicBezTo>
                    <a:pt x="472" y="2"/>
                    <a:pt x="463" y="0"/>
                    <a:pt x="45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6883;p41"/>
            <p:cNvSpPr/>
            <p:nvPr/>
          </p:nvSpPr>
          <p:spPr>
            <a:xfrm>
              <a:off x="3621500" y="2252825"/>
              <a:ext cx="13150" cy="85075"/>
            </a:xfrm>
            <a:custGeom>
              <a:avLst/>
              <a:gdLst/>
              <a:ahLst/>
              <a:cxnLst/>
              <a:rect l="l" t="t" r="r" b="b"/>
              <a:pathLst>
                <a:path w="526" h="3403" extrusionOk="0">
                  <a:moveTo>
                    <a:pt x="460" y="0"/>
                  </a:moveTo>
                  <a:cubicBezTo>
                    <a:pt x="436" y="0"/>
                    <a:pt x="406" y="10"/>
                    <a:pt x="369" y="31"/>
                  </a:cubicBezTo>
                  <a:lnTo>
                    <a:pt x="153" y="158"/>
                  </a:lnTo>
                  <a:cubicBezTo>
                    <a:pt x="99" y="188"/>
                    <a:pt x="58" y="226"/>
                    <a:pt x="37" y="266"/>
                  </a:cubicBezTo>
                  <a:cubicBezTo>
                    <a:pt x="13" y="307"/>
                    <a:pt x="0" y="359"/>
                    <a:pt x="0" y="420"/>
                  </a:cubicBezTo>
                  <a:lnTo>
                    <a:pt x="0" y="3287"/>
                  </a:lnTo>
                  <a:cubicBezTo>
                    <a:pt x="0" y="3345"/>
                    <a:pt x="13" y="3379"/>
                    <a:pt x="37" y="3396"/>
                  </a:cubicBezTo>
                  <a:cubicBezTo>
                    <a:pt x="44" y="3401"/>
                    <a:pt x="52" y="3403"/>
                    <a:pt x="62" y="3403"/>
                  </a:cubicBezTo>
                  <a:cubicBezTo>
                    <a:pt x="85" y="3403"/>
                    <a:pt x="116" y="3392"/>
                    <a:pt x="153" y="3369"/>
                  </a:cubicBezTo>
                  <a:lnTo>
                    <a:pt x="369" y="3246"/>
                  </a:lnTo>
                  <a:cubicBezTo>
                    <a:pt x="426" y="3212"/>
                    <a:pt x="467" y="3174"/>
                    <a:pt x="492" y="3133"/>
                  </a:cubicBezTo>
                  <a:cubicBezTo>
                    <a:pt x="515" y="3092"/>
                    <a:pt x="525" y="3042"/>
                    <a:pt x="525" y="2987"/>
                  </a:cubicBezTo>
                  <a:lnTo>
                    <a:pt x="525" y="117"/>
                  </a:lnTo>
                  <a:cubicBezTo>
                    <a:pt x="525" y="58"/>
                    <a:pt x="512" y="21"/>
                    <a:pt x="488" y="7"/>
                  </a:cubicBezTo>
                  <a:cubicBezTo>
                    <a:pt x="480" y="3"/>
                    <a:pt x="471" y="0"/>
                    <a:pt x="46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6884;p41"/>
            <p:cNvSpPr/>
            <p:nvPr/>
          </p:nvSpPr>
          <p:spPr>
            <a:xfrm>
              <a:off x="3644625" y="2246325"/>
              <a:ext cx="55625" cy="70500"/>
            </a:xfrm>
            <a:custGeom>
              <a:avLst/>
              <a:gdLst/>
              <a:ahLst/>
              <a:cxnLst/>
              <a:rect l="l" t="t" r="r" b="b"/>
              <a:pathLst>
                <a:path w="2225" h="2820" extrusionOk="0">
                  <a:moveTo>
                    <a:pt x="1416" y="555"/>
                  </a:moveTo>
                  <a:cubicBezTo>
                    <a:pt x="1469" y="555"/>
                    <a:pt x="1514" y="569"/>
                    <a:pt x="1553" y="594"/>
                  </a:cubicBezTo>
                  <a:cubicBezTo>
                    <a:pt x="1651" y="663"/>
                    <a:pt x="1703" y="820"/>
                    <a:pt x="1703" y="1065"/>
                  </a:cubicBezTo>
                  <a:cubicBezTo>
                    <a:pt x="1703" y="1315"/>
                    <a:pt x="1651" y="1533"/>
                    <a:pt x="1553" y="1721"/>
                  </a:cubicBezTo>
                  <a:cubicBezTo>
                    <a:pt x="1451" y="1909"/>
                    <a:pt x="1303" y="2059"/>
                    <a:pt x="1109" y="2171"/>
                  </a:cubicBezTo>
                  <a:cubicBezTo>
                    <a:pt x="993" y="2238"/>
                    <a:pt x="893" y="2272"/>
                    <a:pt x="810" y="2272"/>
                  </a:cubicBezTo>
                  <a:cubicBezTo>
                    <a:pt x="756" y="2272"/>
                    <a:pt x="709" y="2258"/>
                    <a:pt x="668" y="2229"/>
                  </a:cubicBezTo>
                  <a:cubicBezTo>
                    <a:pt x="566" y="2158"/>
                    <a:pt x="515" y="1998"/>
                    <a:pt x="515" y="1752"/>
                  </a:cubicBezTo>
                  <a:cubicBezTo>
                    <a:pt x="515" y="1506"/>
                    <a:pt x="566" y="1291"/>
                    <a:pt x="668" y="1103"/>
                  </a:cubicBezTo>
                  <a:cubicBezTo>
                    <a:pt x="771" y="916"/>
                    <a:pt x="918" y="769"/>
                    <a:pt x="1109" y="660"/>
                  </a:cubicBezTo>
                  <a:cubicBezTo>
                    <a:pt x="1229" y="590"/>
                    <a:pt x="1332" y="555"/>
                    <a:pt x="1416" y="555"/>
                  </a:cubicBezTo>
                  <a:close/>
                  <a:moveTo>
                    <a:pt x="1712" y="1"/>
                  </a:moveTo>
                  <a:cubicBezTo>
                    <a:pt x="1547" y="1"/>
                    <a:pt x="1345" y="69"/>
                    <a:pt x="1109" y="205"/>
                  </a:cubicBezTo>
                  <a:cubicBezTo>
                    <a:pt x="754" y="410"/>
                    <a:pt x="481" y="676"/>
                    <a:pt x="290" y="1001"/>
                  </a:cubicBezTo>
                  <a:cubicBezTo>
                    <a:pt x="99" y="1328"/>
                    <a:pt x="0" y="1676"/>
                    <a:pt x="0" y="2048"/>
                  </a:cubicBezTo>
                  <a:cubicBezTo>
                    <a:pt x="0" y="2421"/>
                    <a:pt x="99" y="2659"/>
                    <a:pt x="290" y="2765"/>
                  </a:cubicBezTo>
                  <a:cubicBezTo>
                    <a:pt x="355" y="2801"/>
                    <a:pt x="429" y="2819"/>
                    <a:pt x="512" y="2819"/>
                  </a:cubicBezTo>
                  <a:cubicBezTo>
                    <a:pt x="675" y="2819"/>
                    <a:pt x="875" y="2751"/>
                    <a:pt x="1109" y="2615"/>
                  </a:cubicBezTo>
                  <a:cubicBezTo>
                    <a:pt x="1464" y="2410"/>
                    <a:pt x="1741" y="2144"/>
                    <a:pt x="1932" y="1817"/>
                  </a:cubicBezTo>
                  <a:cubicBezTo>
                    <a:pt x="2126" y="1489"/>
                    <a:pt x="2225" y="1138"/>
                    <a:pt x="2225" y="766"/>
                  </a:cubicBezTo>
                  <a:cubicBezTo>
                    <a:pt x="2225" y="397"/>
                    <a:pt x="2126" y="158"/>
                    <a:pt x="1932" y="52"/>
                  </a:cubicBezTo>
                  <a:cubicBezTo>
                    <a:pt x="1868" y="18"/>
                    <a:pt x="1794" y="1"/>
                    <a:pt x="1712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6885;p41"/>
            <p:cNvSpPr/>
            <p:nvPr/>
          </p:nvSpPr>
          <p:spPr>
            <a:xfrm>
              <a:off x="3708175" y="2207200"/>
              <a:ext cx="53100" cy="92900"/>
            </a:xfrm>
            <a:custGeom>
              <a:avLst/>
              <a:gdLst/>
              <a:ahLst/>
              <a:cxnLst/>
              <a:rect l="l" t="t" r="r" b="b"/>
              <a:pathLst>
                <a:path w="2124" h="3716" extrusionOk="0">
                  <a:moveTo>
                    <a:pt x="1608" y="538"/>
                  </a:moveTo>
                  <a:lnTo>
                    <a:pt x="1608" y="1381"/>
                  </a:lnTo>
                  <a:cubicBezTo>
                    <a:pt x="1608" y="1542"/>
                    <a:pt x="1560" y="1699"/>
                    <a:pt x="1464" y="1849"/>
                  </a:cubicBezTo>
                  <a:cubicBezTo>
                    <a:pt x="1369" y="1996"/>
                    <a:pt x="1246" y="2115"/>
                    <a:pt x="1092" y="2200"/>
                  </a:cubicBezTo>
                  <a:cubicBezTo>
                    <a:pt x="966" y="2274"/>
                    <a:pt x="861" y="2311"/>
                    <a:pt x="777" y="2311"/>
                  </a:cubicBezTo>
                  <a:cubicBezTo>
                    <a:pt x="732" y="2311"/>
                    <a:pt x="693" y="2300"/>
                    <a:pt x="659" y="2279"/>
                  </a:cubicBezTo>
                  <a:cubicBezTo>
                    <a:pt x="563" y="2221"/>
                    <a:pt x="516" y="2074"/>
                    <a:pt x="516" y="1842"/>
                  </a:cubicBezTo>
                  <a:cubicBezTo>
                    <a:pt x="516" y="1334"/>
                    <a:pt x="731" y="955"/>
                    <a:pt x="1161" y="706"/>
                  </a:cubicBezTo>
                  <a:cubicBezTo>
                    <a:pt x="1250" y="655"/>
                    <a:pt x="1332" y="617"/>
                    <a:pt x="1414" y="587"/>
                  </a:cubicBezTo>
                  <a:cubicBezTo>
                    <a:pt x="1492" y="556"/>
                    <a:pt x="1557" y="542"/>
                    <a:pt x="1608" y="538"/>
                  </a:cubicBezTo>
                  <a:close/>
                  <a:moveTo>
                    <a:pt x="1997" y="0"/>
                  </a:moveTo>
                  <a:cubicBezTo>
                    <a:pt x="1914" y="0"/>
                    <a:pt x="1818" y="14"/>
                    <a:pt x="1710" y="40"/>
                  </a:cubicBezTo>
                  <a:cubicBezTo>
                    <a:pt x="1540" y="85"/>
                    <a:pt x="1366" y="157"/>
                    <a:pt x="1188" y="259"/>
                  </a:cubicBezTo>
                  <a:cubicBezTo>
                    <a:pt x="803" y="480"/>
                    <a:pt x="509" y="757"/>
                    <a:pt x="304" y="1085"/>
                  </a:cubicBezTo>
                  <a:cubicBezTo>
                    <a:pt x="103" y="1416"/>
                    <a:pt x="1" y="1778"/>
                    <a:pt x="1" y="2177"/>
                  </a:cubicBezTo>
                  <a:cubicBezTo>
                    <a:pt x="1" y="2525"/>
                    <a:pt x="86" y="2747"/>
                    <a:pt x="256" y="2843"/>
                  </a:cubicBezTo>
                  <a:cubicBezTo>
                    <a:pt x="315" y="2874"/>
                    <a:pt x="382" y="2890"/>
                    <a:pt x="457" y="2890"/>
                  </a:cubicBezTo>
                  <a:cubicBezTo>
                    <a:pt x="599" y="2890"/>
                    <a:pt x="770" y="2832"/>
                    <a:pt x="970" y="2716"/>
                  </a:cubicBezTo>
                  <a:cubicBezTo>
                    <a:pt x="1113" y="2635"/>
                    <a:pt x="1239" y="2539"/>
                    <a:pt x="1341" y="2436"/>
                  </a:cubicBezTo>
                  <a:cubicBezTo>
                    <a:pt x="1444" y="2331"/>
                    <a:pt x="1533" y="2208"/>
                    <a:pt x="1608" y="2071"/>
                  </a:cubicBezTo>
                  <a:lnTo>
                    <a:pt x="1608" y="2071"/>
                  </a:lnTo>
                  <a:cubicBezTo>
                    <a:pt x="1608" y="2310"/>
                    <a:pt x="1567" y="2504"/>
                    <a:pt x="1482" y="2655"/>
                  </a:cubicBezTo>
                  <a:cubicBezTo>
                    <a:pt x="1396" y="2802"/>
                    <a:pt x="1264" y="2931"/>
                    <a:pt x="1079" y="3037"/>
                  </a:cubicBezTo>
                  <a:cubicBezTo>
                    <a:pt x="840" y="3174"/>
                    <a:pt x="645" y="3241"/>
                    <a:pt x="495" y="3241"/>
                  </a:cubicBezTo>
                  <a:cubicBezTo>
                    <a:pt x="478" y="3241"/>
                    <a:pt x="465" y="3245"/>
                    <a:pt x="454" y="3252"/>
                  </a:cubicBezTo>
                  <a:cubicBezTo>
                    <a:pt x="437" y="3262"/>
                    <a:pt x="420" y="3286"/>
                    <a:pt x="407" y="3327"/>
                  </a:cubicBezTo>
                  <a:lnTo>
                    <a:pt x="287" y="3627"/>
                  </a:lnTo>
                  <a:cubicBezTo>
                    <a:pt x="264" y="3682"/>
                    <a:pt x="277" y="3709"/>
                    <a:pt x="318" y="3712"/>
                  </a:cubicBezTo>
                  <a:cubicBezTo>
                    <a:pt x="332" y="3714"/>
                    <a:pt x="347" y="3715"/>
                    <a:pt x="362" y="3715"/>
                  </a:cubicBezTo>
                  <a:cubicBezTo>
                    <a:pt x="439" y="3715"/>
                    <a:pt x="538" y="3694"/>
                    <a:pt x="662" y="3651"/>
                  </a:cubicBezTo>
                  <a:cubicBezTo>
                    <a:pt x="813" y="3600"/>
                    <a:pt x="966" y="3528"/>
                    <a:pt x="1127" y="3436"/>
                  </a:cubicBezTo>
                  <a:cubicBezTo>
                    <a:pt x="1468" y="3238"/>
                    <a:pt x="1721" y="2983"/>
                    <a:pt x="1881" y="2671"/>
                  </a:cubicBezTo>
                  <a:cubicBezTo>
                    <a:pt x="2045" y="2361"/>
                    <a:pt x="2124" y="2016"/>
                    <a:pt x="2124" y="1634"/>
                  </a:cubicBezTo>
                  <a:lnTo>
                    <a:pt x="2124" y="13"/>
                  </a:lnTo>
                  <a:cubicBezTo>
                    <a:pt x="2086" y="5"/>
                    <a:pt x="2043" y="0"/>
                    <a:pt x="1997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6886;p41"/>
            <p:cNvSpPr/>
            <p:nvPr/>
          </p:nvSpPr>
          <p:spPr>
            <a:xfrm>
              <a:off x="3675750" y="2398050"/>
              <a:ext cx="7800" cy="515475"/>
            </a:xfrm>
            <a:custGeom>
              <a:avLst/>
              <a:gdLst/>
              <a:ahLst/>
              <a:cxnLst/>
              <a:rect l="l" t="t" r="r" b="b"/>
              <a:pathLst>
                <a:path w="312" h="20619" extrusionOk="0">
                  <a:moveTo>
                    <a:pt x="212" y="0"/>
                  </a:moveTo>
                  <a:cubicBezTo>
                    <a:pt x="195" y="0"/>
                    <a:pt x="177" y="6"/>
                    <a:pt x="157" y="18"/>
                  </a:cubicBezTo>
                  <a:cubicBezTo>
                    <a:pt x="72" y="68"/>
                    <a:pt x="1" y="218"/>
                    <a:pt x="1" y="355"/>
                  </a:cubicBezTo>
                  <a:lnTo>
                    <a:pt x="1" y="20451"/>
                  </a:lnTo>
                  <a:cubicBezTo>
                    <a:pt x="1" y="20554"/>
                    <a:pt x="44" y="20618"/>
                    <a:pt x="103" y="20618"/>
                  </a:cubicBezTo>
                  <a:cubicBezTo>
                    <a:pt x="120" y="20618"/>
                    <a:pt x="138" y="20613"/>
                    <a:pt x="157" y="20601"/>
                  </a:cubicBezTo>
                  <a:cubicBezTo>
                    <a:pt x="243" y="20550"/>
                    <a:pt x="311" y="20396"/>
                    <a:pt x="311" y="20263"/>
                  </a:cubicBezTo>
                  <a:lnTo>
                    <a:pt x="311" y="168"/>
                  </a:lnTo>
                  <a:cubicBezTo>
                    <a:pt x="311" y="64"/>
                    <a:pt x="270" y="0"/>
                    <a:pt x="212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6887;p41"/>
            <p:cNvSpPr/>
            <p:nvPr/>
          </p:nvSpPr>
          <p:spPr>
            <a:xfrm>
              <a:off x="3365525" y="2472275"/>
              <a:ext cx="247525" cy="317400"/>
            </a:xfrm>
            <a:custGeom>
              <a:avLst/>
              <a:gdLst/>
              <a:ahLst/>
              <a:cxnLst/>
              <a:rect l="l" t="t" r="r" b="b"/>
              <a:pathLst>
                <a:path w="9901" h="12696" extrusionOk="0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2"/>
                  </a:lnTo>
                  <a:cubicBezTo>
                    <a:pt x="235" y="5349"/>
                    <a:pt x="0" y="5758"/>
                    <a:pt x="0" y="6096"/>
                  </a:cubicBezTo>
                  <a:lnTo>
                    <a:pt x="0" y="12318"/>
                  </a:lnTo>
                  <a:cubicBezTo>
                    <a:pt x="0" y="12557"/>
                    <a:pt x="118" y="12695"/>
                    <a:pt x="289" y="12695"/>
                  </a:cubicBezTo>
                  <a:cubicBezTo>
                    <a:pt x="360" y="12695"/>
                    <a:pt x="441" y="12672"/>
                    <a:pt x="525" y="12622"/>
                  </a:cubicBezTo>
                  <a:lnTo>
                    <a:pt x="9375" y="7516"/>
                  </a:lnTo>
                  <a:cubicBezTo>
                    <a:pt x="9666" y="7345"/>
                    <a:pt x="9901" y="6939"/>
                    <a:pt x="9901" y="6601"/>
                  </a:cubicBez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6888;p41"/>
            <p:cNvSpPr/>
            <p:nvPr/>
          </p:nvSpPr>
          <p:spPr>
            <a:xfrm>
              <a:off x="3365525" y="2472275"/>
              <a:ext cx="247525" cy="165625"/>
            </a:xfrm>
            <a:custGeom>
              <a:avLst/>
              <a:gdLst/>
              <a:ahLst/>
              <a:cxnLst/>
              <a:rect l="l" t="t" r="r" b="b"/>
              <a:pathLst>
                <a:path w="9901" h="6625" extrusionOk="0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2"/>
                  </a:lnTo>
                  <a:cubicBezTo>
                    <a:pt x="235" y="5349"/>
                    <a:pt x="0" y="5758"/>
                    <a:pt x="0" y="6096"/>
                  </a:cubicBezTo>
                  <a:lnTo>
                    <a:pt x="0" y="6625"/>
                  </a:lnTo>
                  <a:lnTo>
                    <a:pt x="9901" y="908"/>
                  </a:ln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6889;p41"/>
            <p:cNvSpPr/>
            <p:nvPr/>
          </p:nvSpPr>
          <p:spPr>
            <a:xfrm>
              <a:off x="3390250" y="2594975"/>
              <a:ext cx="99000" cy="157275"/>
            </a:xfrm>
            <a:custGeom>
              <a:avLst/>
              <a:gdLst/>
              <a:ahLst/>
              <a:cxnLst/>
              <a:rect l="l" t="t" r="r" b="b"/>
              <a:pathLst>
                <a:path w="3960" h="6291" extrusionOk="0">
                  <a:moveTo>
                    <a:pt x="3960" y="0"/>
                  </a:moveTo>
                  <a:lnTo>
                    <a:pt x="1" y="2290"/>
                  </a:lnTo>
                  <a:lnTo>
                    <a:pt x="1" y="6291"/>
                  </a:lnTo>
                  <a:lnTo>
                    <a:pt x="3960" y="4004"/>
                  </a:lnTo>
                  <a:lnTo>
                    <a:pt x="3960" y="0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6890;p41"/>
            <p:cNvSpPr/>
            <p:nvPr/>
          </p:nvSpPr>
          <p:spPr>
            <a:xfrm>
              <a:off x="3390250" y="2631075"/>
              <a:ext cx="99000" cy="121175"/>
            </a:xfrm>
            <a:custGeom>
              <a:avLst/>
              <a:gdLst/>
              <a:ahLst/>
              <a:cxnLst/>
              <a:rect l="l" t="t" r="r" b="b"/>
              <a:pathLst>
                <a:path w="3960" h="4847" extrusionOk="0">
                  <a:moveTo>
                    <a:pt x="3304" y="0"/>
                  </a:moveTo>
                  <a:cubicBezTo>
                    <a:pt x="3257" y="0"/>
                    <a:pt x="3213" y="34"/>
                    <a:pt x="3185" y="103"/>
                  </a:cubicBezTo>
                  <a:lnTo>
                    <a:pt x="2291" y="2168"/>
                  </a:lnTo>
                  <a:lnTo>
                    <a:pt x="1768" y="1597"/>
                  </a:lnTo>
                  <a:cubicBezTo>
                    <a:pt x="1729" y="1553"/>
                    <a:pt x="1681" y="1531"/>
                    <a:pt x="1635" y="1531"/>
                  </a:cubicBezTo>
                  <a:cubicBezTo>
                    <a:pt x="1578" y="1531"/>
                    <a:pt x="1523" y="1564"/>
                    <a:pt x="1485" y="1628"/>
                  </a:cubicBezTo>
                  <a:lnTo>
                    <a:pt x="1" y="4266"/>
                  </a:lnTo>
                  <a:lnTo>
                    <a:pt x="1" y="4847"/>
                  </a:lnTo>
                  <a:lnTo>
                    <a:pt x="3960" y="2560"/>
                  </a:lnTo>
                  <a:lnTo>
                    <a:pt x="3960" y="846"/>
                  </a:lnTo>
                  <a:lnTo>
                    <a:pt x="3421" y="76"/>
                  </a:lnTo>
                  <a:cubicBezTo>
                    <a:pt x="3386" y="25"/>
                    <a:pt x="3344" y="0"/>
                    <a:pt x="330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6891;p41"/>
            <p:cNvSpPr/>
            <p:nvPr/>
          </p:nvSpPr>
          <p:spPr>
            <a:xfrm>
              <a:off x="3514075" y="2541275"/>
              <a:ext cx="74250" cy="53300"/>
            </a:xfrm>
            <a:custGeom>
              <a:avLst/>
              <a:gdLst/>
              <a:ahLst/>
              <a:cxnLst/>
              <a:rect l="l" t="t" r="r" b="b"/>
              <a:pathLst>
                <a:path w="2970" h="2132" extrusionOk="0">
                  <a:moveTo>
                    <a:pt x="2801" y="0"/>
                  </a:moveTo>
                  <a:cubicBezTo>
                    <a:pt x="2757" y="0"/>
                    <a:pt x="2706" y="15"/>
                    <a:pt x="2652" y="46"/>
                  </a:cubicBezTo>
                  <a:lnTo>
                    <a:pt x="314" y="1394"/>
                  </a:lnTo>
                  <a:cubicBezTo>
                    <a:pt x="140" y="1497"/>
                    <a:pt x="0" y="1732"/>
                    <a:pt x="0" y="1923"/>
                  </a:cubicBezTo>
                  <a:cubicBezTo>
                    <a:pt x="0" y="2056"/>
                    <a:pt x="68" y="2131"/>
                    <a:pt x="168" y="2131"/>
                  </a:cubicBezTo>
                  <a:cubicBezTo>
                    <a:pt x="211" y="2131"/>
                    <a:pt x="261" y="2117"/>
                    <a:pt x="314" y="2087"/>
                  </a:cubicBezTo>
                  <a:lnTo>
                    <a:pt x="2652" y="735"/>
                  </a:lnTo>
                  <a:cubicBezTo>
                    <a:pt x="2829" y="637"/>
                    <a:pt x="2969" y="398"/>
                    <a:pt x="2969" y="207"/>
                  </a:cubicBezTo>
                  <a:cubicBezTo>
                    <a:pt x="2969" y="76"/>
                    <a:pt x="2902" y="0"/>
                    <a:pt x="2801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6892;p41"/>
            <p:cNvSpPr/>
            <p:nvPr/>
          </p:nvSpPr>
          <p:spPr>
            <a:xfrm>
              <a:off x="3514075" y="2582425"/>
              <a:ext cx="74250" cy="53325"/>
            </a:xfrm>
            <a:custGeom>
              <a:avLst/>
              <a:gdLst/>
              <a:ahLst/>
              <a:cxnLst/>
              <a:rect l="l" t="t" r="r" b="b"/>
              <a:pathLst>
                <a:path w="2970" h="2133" extrusionOk="0">
                  <a:moveTo>
                    <a:pt x="2800" y="1"/>
                  </a:moveTo>
                  <a:cubicBezTo>
                    <a:pt x="2756" y="1"/>
                    <a:pt x="2706" y="15"/>
                    <a:pt x="2652" y="45"/>
                  </a:cubicBezTo>
                  <a:lnTo>
                    <a:pt x="314" y="1397"/>
                  </a:lnTo>
                  <a:cubicBezTo>
                    <a:pt x="140" y="1496"/>
                    <a:pt x="0" y="1735"/>
                    <a:pt x="0" y="1922"/>
                  </a:cubicBezTo>
                  <a:cubicBezTo>
                    <a:pt x="0" y="2055"/>
                    <a:pt x="68" y="2132"/>
                    <a:pt x="168" y="2132"/>
                  </a:cubicBezTo>
                  <a:cubicBezTo>
                    <a:pt x="211" y="2132"/>
                    <a:pt x="261" y="2117"/>
                    <a:pt x="314" y="2086"/>
                  </a:cubicBezTo>
                  <a:lnTo>
                    <a:pt x="2652" y="738"/>
                  </a:lnTo>
                  <a:cubicBezTo>
                    <a:pt x="2829" y="636"/>
                    <a:pt x="2969" y="400"/>
                    <a:pt x="2969" y="209"/>
                  </a:cubicBezTo>
                  <a:cubicBezTo>
                    <a:pt x="2969" y="76"/>
                    <a:pt x="2902" y="1"/>
                    <a:pt x="28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6893;p41"/>
            <p:cNvSpPr/>
            <p:nvPr/>
          </p:nvSpPr>
          <p:spPr>
            <a:xfrm>
              <a:off x="3514075" y="2623600"/>
              <a:ext cx="74250" cy="53275"/>
            </a:xfrm>
            <a:custGeom>
              <a:avLst/>
              <a:gdLst/>
              <a:ahLst/>
              <a:cxnLst/>
              <a:rect l="l" t="t" r="r" b="b"/>
              <a:pathLst>
                <a:path w="2970" h="2131" extrusionOk="0">
                  <a:moveTo>
                    <a:pt x="2801" y="1"/>
                  </a:moveTo>
                  <a:cubicBezTo>
                    <a:pt x="2757" y="1"/>
                    <a:pt x="2706" y="16"/>
                    <a:pt x="2652" y="47"/>
                  </a:cubicBezTo>
                  <a:lnTo>
                    <a:pt x="314" y="1394"/>
                  </a:lnTo>
                  <a:cubicBezTo>
                    <a:pt x="140" y="1497"/>
                    <a:pt x="0" y="1733"/>
                    <a:pt x="0" y="1923"/>
                  </a:cubicBezTo>
                  <a:cubicBezTo>
                    <a:pt x="0" y="2056"/>
                    <a:pt x="67" y="2131"/>
                    <a:pt x="165" y="2131"/>
                  </a:cubicBezTo>
                  <a:cubicBezTo>
                    <a:pt x="210" y="2131"/>
                    <a:pt x="260" y="2116"/>
                    <a:pt x="314" y="2084"/>
                  </a:cubicBezTo>
                  <a:lnTo>
                    <a:pt x="2652" y="736"/>
                  </a:lnTo>
                  <a:cubicBezTo>
                    <a:pt x="2829" y="633"/>
                    <a:pt x="2969" y="398"/>
                    <a:pt x="2969" y="207"/>
                  </a:cubicBezTo>
                  <a:cubicBezTo>
                    <a:pt x="2969" y="76"/>
                    <a:pt x="2902" y="1"/>
                    <a:pt x="2801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6894;p41"/>
            <p:cNvSpPr/>
            <p:nvPr/>
          </p:nvSpPr>
          <p:spPr>
            <a:xfrm>
              <a:off x="3365525" y="2713150"/>
              <a:ext cx="247525" cy="317425"/>
            </a:xfrm>
            <a:custGeom>
              <a:avLst/>
              <a:gdLst/>
              <a:ahLst/>
              <a:cxnLst/>
              <a:rect l="l" t="t" r="r" b="b"/>
              <a:pathLst>
                <a:path w="9901" h="12697" extrusionOk="0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1"/>
                  </a:lnTo>
                  <a:cubicBezTo>
                    <a:pt x="235" y="5348"/>
                    <a:pt x="0" y="5758"/>
                    <a:pt x="0" y="6096"/>
                  </a:cubicBezTo>
                  <a:lnTo>
                    <a:pt x="0" y="12318"/>
                  </a:lnTo>
                  <a:cubicBezTo>
                    <a:pt x="0" y="12558"/>
                    <a:pt x="119" y="12696"/>
                    <a:pt x="292" y="12696"/>
                  </a:cubicBezTo>
                  <a:cubicBezTo>
                    <a:pt x="362" y="12696"/>
                    <a:pt x="442" y="12674"/>
                    <a:pt x="525" y="12625"/>
                  </a:cubicBezTo>
                  <a:lnTo>
                    <a:pt x="9375" y="7516"/>
                  </a:lnTo>
                  <a:cubicBezTo>
                    <a:pt x="9666" y="7348"/>
                    <a:pt x="9901" y="6939"/>
                    <a:pt x="9901" y="6601"/>
                  </a:cubicBez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6895;p41"/>
            <p:cNvSpPr/>
            <p:nvPr/>
          </p:nvSpPr>
          <p:spPr>
            <a:xfrm>
              <a:off x="3365525" y="2713150"/>
              <a:ext cx="247525" cy="165650"/>
            </a:xfrm>
            <a:custGeom>
              <a:avLst/>
              <a:gdLst/>
              <a:ahLst/>
              <a:cxnLst/>
              <a:rect l="l" t="t" r="r" b="b"/>
              <a:pathLst>
                <a:path w="9901" h="6626" extrusionOk="0">
                  <a:moveTo>
                    <a:pt x="9609" y="1"/>
                  </a:moveTo>
                  <a:cubicBezTo>
                    <a:pt x="9539" y="1"/>
                    <a:pt x="9459" y="24"/>
                    <a:pt x="9375" y="72"/>
                  </a:cubicBezTo>
                  <a:lnTo>
                    <a:pt x="525" y="5181"/>
                  </a:lnTo>
                  <a:cubicBezTo>
                    <a:pt x="235" y="5348"/>
                    <a:pt x="0" y="5758"/>
                    <a:pt x="0" y="6096"/>
                  </a:cubicBezTo>
                  <a:lnTo>
                    <a:pt x="0" y="6625"/>
                  </a:lnTo>
                  <a:lnTo>
                    <a:pt x="9901" y="909"/>
                  </a:lnTo>
                  <a:lnTo>
                    <a:pt x="9901" y="379"/>
                  </a:lnTo>
                  <a:cubicBezTo>
                    <a:pt x="9901" y="139"/>
                    <a:pt x="9782" y="1"/>
                    <a:pt x="9609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896;p41"/>
            <p:cNvSpPr/>
            <p:nvPr/>
          </p:nvSpPr>
          <p:spPr>
            <a:xfrm>
              <a:off x="3390250" y="2835925"/>
              <a:ext cx="99000" cy="157200"/>
            </a:xfrm>
            <a:custGeom>
              <a:avLst/>
              <a:gdLst/>
              <a:ahLst/>
              <a:cxnLst/>
              <a:rect l="l" t="t" r="r" b="b"/>
              <a:pathLst>
                <a:path w="3960" h="6288" extrusionOk="0">
                  <a:moveTo>
                    <a:pt x="3960" y="1"/>
                  </a:moveTo>
                  <a:lnTo>
                    <a:pt x="1" y="2288"/>
                  </a:lnTo>
                  <a:lnTo>
                    <a:pt x="1" y="6287"/>
                  </a:lnTo>
                  <a:lnTo>
                    <a:pt x="3960" y="4000"/>
                  </a:lnTo>
                  <a:lnTo>
                    <a:pt x="3960" y="1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897;p41"/>
            <p:cNvSpPr/>
            <p:nvPr/>
          </p:nvSpPr>
          <p:spPr>
            <a:xfrm>
              <a:off x="3390250" y="2872000"/>
              <a:ext cx="99000" cy="121125"/>
            </a:xfrm>
            <a:custGeom>
              <a:avLst/>
              <a:gdLst/>
              <a:ahLst/>
              <a:cxnLst/>
              <a:rect l="l" t="t" r="r" b="b"/>
              <a:pathLst>
                <a:path w="3960" h="4845" extrusionOk="0">
                  <a:moveTo>
                    <a:pt x="3303" y="1"/>
                  </a:moveTo>
                  <a:cubicBezTo>
                    <a:pt x="3257" y="1"/>
                    <a:pt x="3212" y="34"/>
                    <a:pt x="3185" y="100"/>
                  </a:cubicBezTo>
                  <a:lnTo>
                    <a:pt x="2291" y="2165"/>
                  </a:lnTo>
                  <a:lnTo>
                    <a:pt x="1768" y="1595"/>
                  </a:lnTo>
                  <a:cubicBezTo>
                    <a:pt x="1729" y="1551"/>
                    <a:pt x="1682" y="1529"/>
                    <a:pt x="1636" y="1529"/>
                  </a:cubicBezTo>
                  <a:cubicBezTo>
                    <a:pt x="1579" y="1529"/>
                    <a:pt x="1523" y="1563"/>
                    <a:pt x="1485" y="1629"/>
                  </a:cubicBezTo>
                  <a:lnTo>
                    <a:pt x="1" y="4264"/>
                  </a:lnTo>
                  <a:lnTo>
                    <a:pt x="1" y="4844"/>
                  </a:lnTo>
                  <a:lnTo>
                    <a:pt x="3960" y="2557"/>
                  </a:lnTo>
                  <a:lnTo>
                    <a:pt x="3960" y="845"/>
                  </a:lnTo>
                  <a:lnTo>
                    <a:pt x="3421" y="76"/>
                  </a:lnTo>
                  <a:cubicBezTo>
                    <a:pt x="3386" y="26"/>
                    <a:pt x="3343" y="1"/>
                    <a:pt x="3303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898;p41"/>
            <p:cNvSpPr/>
            <p:nvPr/>
          </p:nvSpPr>
          <p:spPr>
            <a:xfrm>
              <a:off x="3514075" y="2782175"/>
              <a:ext cx="74250" cy="53275"/>
            </a:xfrm>
            <a:custGeom>
              <a:avLst/>
              <a:gdLst/>
              <a:ahLst/>
              <a:cxnLst/>
              <a:rect l="l" t="t" r="r" b="b"/>
              <a:pathLst>
                <a:path w="2970" h="2131" extrusionOk="0">
                  <a:moveTo>
                    <a:pt x="2800" y="0"/>
                  </a:moveTo>
                  <a:cubicBezTo>
                    <a:pt x="2756" y="0"/>
                    <a:pt x="2706" y="15"/>
                    <a:pt x="2652" y="45"/>
                  </a:cubicBezTo>
                  <a:lnTo>
                    <a:pt x="314" y="1396"/>
                  </a:lnTo>
                  <a:cubicBezTo>
                    <a:pt x="140" y="1495"/>
                    <a:pt x="0" y="1735"/>
                    <a:pt x="0" y="1922"/>
                  </a:cubicBezTo>
                  <a:cubicBezTo>
                    <a:pt x="0" y="2055"/>
                    <a:pt x="68" y="2130"/>
                    <a:pt x="168" y="2130"/>
                  </a:cubicBezTo>
                  <a:cubicBezTo>
                    <a:pt x="212" y="2130"/>
                    <a:pt x="261" y="2116"/>
                    <a:pt x="314" y="2086"/>
                  </a:cubicBezTo>
                  <a:lnTo>
                    <a:pt x="2652" y="734"/>
                  </a:lnTo>
                  <a:cubicBezTo>
                    <a:pt x="2829" y="635"/>
                    <a:pt x="2969" y="400"/>
                    <a:pt x="2969" y="208"/>
                  </a:cubicBezTo>
                  <a:cubicBezTo>
                    <a:pt x="2969" y="76"/>
                    <a:pt x="2902" y="0"/>
                    <a:pt x="2800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899;p41"/>
            <p:cNvSpPr/>
            <p:nvPr/>
          </p:nvSpPr>
          <p:spPr>
            <a:xfrm>
              <a:off x="3514075" y="2823325"/>
              <a:ext cx="74250" cy="53300"/>
            </a:xfrm>
            <a:custGeom>
              <a:avLst/>
              <a:gdLst/>
              <a:ahLst/>
              <a:cxnLst/>
              <a:rect l="l" t="t" r="r" b="b"/>
              <a:pathLst>
                <a:path w="2970" h="2132" extrusionOk="0">
                  <a:moveTo>
                    <a:pt x="2803" y="1"/>
                  </a:moveTo>
                  <a:cubicBezTo>
                    <a:pt x="2758" y="1"/>
                    <a:pt x="2707" y="16"/>
                    <a:pt x="2652" y="48"/>
                  </a:cubicBezTo>
                  <a:lnTo>
                    <a:pt x="314" y="1396"/>
                  </a:lnTo>
                  <a:cubicBezTo>
                    <a:pt x="140" y="1498"/>
                    <a:pt x="0" y="1733"/>
                    <a:pt x="0" y="1924"/>
                  </a:cubicBezTo>
                  <a:cubicBezTo>
                    <a:pt x="0" y="2057"/>
                    <a:pt x="67" y="2131"/>
                    <a:pt x="165" y="2131"/>
                  </a:cubicBezTo>
                  <a:cubicBezTo>
                    <a:pt x="210" y="2131"/>
                    <a:pt x="260" y="2116"/>
                    <a:pt x="314" y="2085"/>
                  </a:cubicBezTo>
                  <a:lnTo>
                    <a:pt x="2652" y="736"/>
                  </a:lnTo>
                  <a:cubicBezTo>
                    <a:pt x="2829" y="634"/>
                    <a:pt x="2969" y="399"/>
                    <a:pt x="2969" y="208"/>
                  </a:cubicBezTo>
                  <a:cubicBezTo>
                    <a:pt x="2969" y="76"/>
                    <a:pt x="2903" y="1"/>
                    <a:pt x="2803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900;p41"/>
            <p:cNvSpPr/>
            <p:nvPr/>
          </p:nvSpPr>
          <p:spPr>
            <a:xfrm>
              <a:off x="3514075" y="2864500"/>
              <a:ext cx="74250" cy="53275"/>
            </a:xfrm>
            <a:custGeom>
              <a:avLst/>
              <a:gdLst/>
              <a:ahLst/>
              <a:cxnLst/>
              <a:rect l="l" t="t" r="r" b="b"/>
              <a:pathLst>
                <a:path w="2970" h="2131" extrusionOk="0">
                  <a:moveTo>
                    <a:pt x="2800" y="1"/>
                  </a:moveTo>
                  <a:cubicBezTo>
                    <a:pt x="2756" y="1"/>
                    <a:pt x="2706" y="15"/>
                    <a:pt x="2652" y="45"/>
                  </a:cubicBezTo>
                  <a:lnTo>
                    <a:pt x="314" y="1397"/>
                  </a:lnTo>
                  <a:cubicBezTo>
                    <a:pt x="140" y="1496"/>
                    <a:pt x="0" y="1731"/>
                    <a:pt x="0" y="1923"/>
                  </a:cubicBezTo>
                  <a:cubicBezTo>
                    <a:pt x="0" y="2056"/>
                    <a:pt x="68" y="2131"/>
                    <a:pt x="168" y="2131"/>
                  </a:cubicBezTo>
                  <a:cubicBezTo>
                    <a:pt x="212" y="2131"/>
                    <a:pt x="261" y="2117"/>
                    <a:pt x="314" y="2087"/>
                  </a:cubicBezTo>
                  <a:lnTo>
                    <a:pt x="2652" y="735"/>
                  </a:lnTo>
                  <a:cubicBezTo>
                    <a:pt x="2829" y="636"/>
                    <a:pt x="2969" y="397"/>
                    <a:pt x="2969" y="209"/>
                  </a:cubicBezTo>
                  <a:cubicBezTo>
                    <a:pt x="2969" y="76"/>
                    <a:pt x="2902" y="1"/>
                    <a:pt x="2800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901;p41"/>
            <p:cNvSpPr/>
            <p:nvPr/>
          </p:nvSpPr>
          <p:spPr>
            <a:xfrm>
              <a:off x="3750075" y="2213225"/>
              <a:ext cx="706325" cy="624950"/>
            </a:xfrm>
            <a:custGeom>
              <a:avLst/>
              <a:gdLst/>
              <a:ahLst/>
              <a:cxnLst/>
              <a:rect l="l" t="t" r="r" b="b"/>
              <a:pathLst>
                <a:path w="28253" h="24998" extrusionOk="0">
                  <a:moveTo>
                    <a:pt x="27963" y="0"/>
                  </a:moveTo>
                  <a:cubicBezTo>
                    <a:pt x="27892" y="0"/>
                    <a:pt x="27812" y="23"/>
                    <a:pt x="27728" y="72"/>
                  </a:cubicBezTo>
                  <a:lnTo>
                    <a:pt x="526" y="15775"/>
                  </a:lnTo>
                  <a:cubicBezTo>
                    <a:pt x="236" y="15943"/>
                    <a:pt x="0" y="16352"/>
                    <a:pt x="0" y="16687"/>
                  </a:cubicBezTo>
                  <a:lnTo>
                    <a:pt x="0" y="24622"/>
                  </a:lnTo>
                  <a:cubicBezTo>
                    <a:pt x="0" y="24859"/>
                    <a:pt x="119" y="24997"/>
                    <a:pt x="292" y="24997"/>
                  </a:cubicBezTo>
                  <a:cubicBezTo>
                    <a:pt x="362" y="24997"/>
                    <a:pt x="442" y="24974"/>
                    <a:pt x="526" y="24926"/>
                  </a:cubicBezTo>
                  <a:lnTo>
                    <a:pt x="27728" y="9223"/>
                  </a:lnTo>
                  <a:cubicBezTo>
                    <a:pt x="28018" y="9055"/>
                    <a:pt x="28253" y="8646"/>
                    <a:pt x="28253" y="8308"/>
                  </a:cubicBezTo>
                  <a:lnTo>
                    <a:pt x="28253" y="376"/>
                  </a:lnTo>
                  <a:cubicBezTo>
                    <a:pt x="28253" y="137"/>
                    <a:pt x="28135" y="0"/>
                    <a:pt x="27963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902;p41"/>
            <p:cNvSpPr/>
            <p:nvPr/>
          </p:nvSpPr>
          <p:spPr>
            <a:xfrm>
              <a:off x="3750075" y="2213225"/>
              <a:ext cx="706325" cy="430500"/>
            </a:xfrm>
            <a:custGeom>
              <a:avLst/>
              <a:gdLst/>
              <a:ahLst/>
              <a:cxnLst/>
              <a:rect l="l" t="t" r="r" b="b"/>
              <a:pathLst>
                <a:path w="28253" h="17220" extrusionOk="0">
                  <a:moveTo>
                    <a:pt x="27963" y="0"/>
                  </a:moveTo>
                  <a:cubicBezTo>
                    <a:pt x="27892" y="0"/>
                    <a:pt x="27812" y="23"/>
                    <a:pt x="27728" y="72"/>
                  </a:cubicBezTo>
                  <a:lnTo>
                    <a:pt x="526" y="15775"/>
                  </a:lnTo>
                  <a:cubicBezTo>
                    <a:pt x="236" y="15943"/>
                    <a:pt x="0" y="16352"/>
                    <a:pt x="0" y="16687"/>
                  </a:cubicBezTo>
                  <a:lnTo>
                    <a:pt x="0" y="17220"/>
                  </a:lnTo>
                  <a:lnTo>
                    <a:pt x="28253" y="905"/>
                  </a:lnTo>
                  <a:lnTo>
                    <a:pt x="28253" y="376"/>
                  </a:lnTo>
                  <a:cubicBezTo>
                    <a:pt x="28253" y="137"/>
                    <a:pt x="28135" y="0"/>
                    <a:pt x="27963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903;p41"/>
            <p:cNvSpPr/>
            <p:nvPr/>
          </p:nvSpPr>
          <p:spPr>
            <a:xfrm>
              <a:off x="3769850" y="2564975"/>
              <a:ext cx="158500" cy="242325"/>
            </a:xfrm>
            <a:custGeom>
              <a:avLst/>
              <a:gdLst/>
              <a:ahLst/>
              <a:cxnLst/>
              <a:rect l="l" t="t" r="r" b="b"/>
              <a:pathLst>
                <a:path w="6340" h="9693" extrusionOk="0">
                  <a:moveTo>
                    <a:pt x="6103" y="0"/>
                  </a:moveTo>
                  <a:cubicBezTo>
                    <a:pt x="6047" y="0"/>
                    <a:pt x="5983" y="19"/>
                    <a:pt x="5916" y="57"/>
                  </a:cubicBezTo>
                  <a:lnTo>
                    <a:pt x="421" y="3231"/>
                  </a:lnTo>
                  <a:cubicBezTo>
                    <a:pt x="189" y="3364"/>
                    <a:pt x="1" y="3692"/>
                    <a:pt x="1" y="3961"/>
                  </a:cubicBezTo>
                  <a:lnTo>
                    <a:pt x="1" y="9391"/>
                  </a:lnTo>
                  <a:cubicBezTo>
                    <a:pt x="1" y="9582"/>
                    <a:pt x="95" y="9693"/>
                    <a:pt x="232" y="9693"/>
                  </a:cubicBezTo>
                  <a:cubicBezTo>
                    <a:pt x="289" y="9693"/>
                    <a:pt x="353" y="9674"/>
                    <a:pt x="421" y="9634"/>
                  </a:cubicBezTo>
                  <a:lnTo>
                    <a:pt x="5916" y="6463"/>
                  </a:lnTo>
                  <a:cubicBezTo>
                    <a:pt x="6148" y="6330"/>
                    <a:pt x="6339" y="6003"/>
                    <a:pt x="6339" y="5733"/>
                  </a:cubicBezTo>
                  <a:lnTo>
                    <a:pt x="6339" y="303"/>
                  </a:lnTo>
                  <a:cubicBezTo>
                    <a:pt x="6339" y="111"/>
                    <a:pt x="6243" y="0"/>
                    <a:pt x="6103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904;p41"/>
            <p:cNvSpPr/>
            <p:nvPr/>
          </p:nvSpPr>
          <p:spPr>
            <a:xfrm>
              <a:off x="3769850" y="2608050"/>
              <a:ext cx="158500" cy="199250"/>
            </a:xfrm>
            <a:custGeom>
              <a:avLst/>
              <a:gdLst/>
              <a:ahLst/>
              <a:cxnLst/>
              <a:rect l="l" t="t" r="r" b="b"/>
              <a:pathLst>
                <a:path w="6340" h="7970" extrusionOk="0">
                  <a:moveTo>
                    <a:pt x="5087" y="0"/>
                  </a:moveTo>
                  <a:cubicBezTo>
                    <a:pt x="5009" y="0"/>
                    <a:pt x="4933" y="64"/>
                    <a:pt x="4879" y="191"/>
                  </a:cubicBezTo>
                  <a:lnTo>
                    <a:pt x="3244" y="4037"/>
                  </a:lnTo>
                  <a:lnTo>
                    <a:pt x="2448" y="3048"/>
                  </a:lnTo>
                  <a:cubicBezTo>
                    <a:pt x="2373" y="2952"/>
                    <a:pt x="2284" y="2905"/>
                    <a:pt x="2200" y="2905"/>
                  </a:cubicBezTo>
                  <a:cubicBezTo>
                    <a:pt x="2097" y="2905"/>
                    <a:pt x="2000" y="2973"/>
                    <a:pt x="1936" y="3106"/>
                  </a:cubicBezTo>
                  <a:lnTo>
                    <a:pt x="1" y="7238"/>
                  </a:lnTo>
                  <a:lnTo>
                    <a:pt x="1" y="7668"/>
                  </a:lnTo>
                  <a:cubicBezTo>
                    <a:pt x="1" y="7859"/>
                    <a:pt x="95" y="7970"/>
                    <a:pt x="232" y="7970"/>
                  </a:cubicBezTo>
                  <a:cubicBezTo>
                    <a:pt x="289" y="7970"/>
                    <a:pt x="353" y="7951"/>
                    <a:pt x="421" y="7911"/>
                  </a:cubicBezTo>
                  <a:lnTo>
                    <a:pt x="5916" y="4740"/>
                  </a:lnTo>
                  <a:cubicBezTo>
                    <a:pt x="6148" y="4607"/>
                    <a:pt x="6339" y="4280"/>
                    <a:pt x="6339" y="4010"/>
                  </a:cubicBezTo>
                  <a:lnTo>
                    <a:pt x="6339" y="2133"/>
                  </a:lnTo>
                  <a:lnTo>
                    <a:pt x="5298" y="173"/>
                  </a:lnTo>
                  <a:cubicBezTo>
                    <a:pt x="5237" y="57"/>
                    <a:pt x="5161" y="0"/>
                    <a:pt x="5087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05;p41"/>
            <p:cNvSpPr/>
            <p:nvPr/>
          </p:nvSpPr>
          <p:spPr>
            <a:xfrm>
              <a:off x="3769850" y="2630975"/>
              <a:ext cx="39625" cy="56700"/>
            </a:xfrm>
            <a:custGeom>
              <a:avLst/>
              <a:gdLst/>
              <a:ahLst/>
              <a:cxnLst/>
              <a:rect l="l" t="t" r="r" b="b"/>
              <a:pathLst>
                <a:path w="1585" h="2268" extrusionOk="0">
                  <a:moveTo>
                    <a:pt x="1442" y="1"/>
                  </a:moveTo>
                  <a:lnTo>
                    <a:pt x="421" y="591"/>
                  </a:lnTo>
                  <a:cubicBezTo>
                    <a:pt x="189" y="724"/>
                    <a:pt x="1" y="1052"/>
                    <a:pt x="1" y="1321"/>
                  </a:cubicBezTo>
                  <a:lnTo>
                    <a:pt x="1" y="2222"/>
                  </a:lnTo>
                  <a:cubicBezTo>
                    <a:pt x="65" y="2252"/>
                    <a:pt x="137" y="2268"/>
                    <a:pt x="215" y="2268"/>
                  </a:cubicBezTo>
                  <a:cubicBezTo>
                    <a:pt x="341" y="2268"/>
                    <a:pt x="484" y="2227"/>
                    <a:pt x="636" y="2140"/>
                  </a:cubicBezTo>
                  <a:cubicBezTo>
                    <a:pt x="1158" y="1837"/>
                    <a:pt x="1585" y="1099"/>
                    <a:pt x="1585" y="496"/>
                  </a:cubicBezTo>
                  <a:cubicBezTo>
                    <a:pt x="1585" y="284"/>
                    <a:pt x="1530" y="116"/>
                    <a:pt x="1442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6906;p41"/>
            <p:cNvSpPr/>
            <p:nvPr/>
          </p:nvSpPr>
          <p:spPr>
            <a:xfrm>
              <a:off x="3979850" y="2289900"/>
              <a:ext cx="445600" cy="270700"/>
            </a:xfrm>
            <a:custGeom>
              <a:avLst/>
              <a:gdLst/>
              <a:ahLst/>
              <a:cxnLst/>
              <a:rect l="l" t="t" r="r" b="b"/>
              <a:pathLst>
                <a:path w="17824" h="10828" extrusionOk="0">
                  <a:moveTo>
                    <a:pt x="17605" y="0"/>
                  </a:moveTo>
                  <a:cubicBezTo>
                    <a:pt x="17545" y="0"/>
                    <a:pt x="17476" y="21"/>
                    <a:pt x="17403" y="64"/>
                  </a:cubicBezTo>
                  <a:lnTo>
                    <a:pt x="420" y="9865"/>
                  </a:lnTo>
                  <a:cubicBezTo>
                    <a:pt x="188" y="9999"/>
                    <a:pt x="1" y="10309"/>
                    <a:pt x="1" y="10558"/>
                  </a:cubicBezTo>
                  <a:cubicBezTo>
                    <a:pt x="1" y="10730"/>
                    <a:pt x="90" y="10827"/>
                    <a:pt x="222" y="10827"/>
                  </a:cubicBezTo>
                  <a:cubicBezTo>
                    <a:pt x="281" y="10827"/>
                    <a:pt x="348" y="10808"/>
                    <a:pt x="420" y="10766"/>
                  </a:cubicBezTo>
                  <a:lnTo>
                    <a:pt x="17403" y="961"/>
                  </a:lnTo>
                  <a:cubicBezTo>
                    <a:pt x="17636" y="828"/>
                    <a:pt x="17823" y="518"/>
                    <a:pt x="17823" y="269"/>
                  </a:cubicBezTo>
                  <a:cubicBezTo>
                    <a:pt x="17823" y="97"/>
                    <a:pt x="17735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6907;p41"/>
            <p:cNvSpPr/>
            <p:nvPr/>
          </p:nvSpPr>
          <p:spPr>
            <a:xfrm>
              <a:off x="3979850" y="2347050"/>
              <a:ext cx="445600" cy="270725"/>
            </a:xfrm>
            <a:custGeom>
              <a:avLst/>
              <a:gdLst/>
              <a:ahLst/>
              <a:cxnLst/>
              <a:rect l="l" t="t" r="r" b="b"/>
              <a:pathLst>
                <a:path w="17824" h="10829" extrusionOk="0">
                  <a:moveTo>
                    <a:pt x="17604" y="1"/>
                  </a:moveTo>
                  <a:cubicBezTo>
                    <a:pt x="17545" y="1"/>
                    <a:pt x="17476" y="21"/>
                    <a:pt x="17403" y="64"/>
                  </a:cubicBezTo>
                  <a:lnTo>
                    <a:pt x="420" y="9866"/>
                  </a:lnTo>
                  <a:cubicBezTo>
                    <a:pt x="188" y="9999"/>
                    <a:pt x="1" y="10310"/>
                    <a:pt x="1" y="10559"/>
                  </a:cubicBezTo>
                  <a:cubicBezTo>
                    <a:pt x="1" y="10731"/>
                    <a:pt x="90" y="10828"/>
                    <a:pt x="222" y="10828"/>
                  </a:cubicBezTo>
                  <a:cubicBezTo>
                    <a:pt x="281" y="10828"/>
                    <a:pt x="348" y="10808"/>
                    <a:pt x="420" y="10767"/>
                  </a:cubicBezTo>
                  <a:lnTo>
                    <a:pt x="17403" y="962"/>
                  </a:lnTo>
                  <a:cubicBezTo>
                    <a:pt x="17636" y="829"/>
                    <a:pt x="17823" y="518"/>
                    <a:pt x="17823" y="269"/>
                  </a:cubicBezTo>
                  <a:cubicBezTo>
                    <a:pt x="17823" y="98"/>
                    <a:pt x="17735" y="1"/>
                    <a:pt x="176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6908;p41"/>
            <p:cNvSpPr/>
            <p:nvPr/>
          </p:nvSpPr>
          <p:spPr>
            <a:xfrm>
              <a:off x="3979850" y="2404225"/>
              <a:ext cx="445600" cy="270700"/>
            </a:xfrm>
            <a:custGeom>
              <a:avLst/>
              <a:gdLst/>
              <a:ahLst/>
              <a:cxnLst/>
              <a:rect l="l" t="t" r="r" b="b"/>
              <a:pathLst>
                <a:path w="17824" h="10828" extrusionOk="0">
                  <a:moveTo>
                    <a:pt x="17604" y="1"/>
                  </a:moveTo>
                  <a:cubicBezTo>
                    <a:pt x="17545" y="1"/>
                    <a:pt x="17476" y="21"/>
                    <a:pt x="17403" y="64"/>
                  </a:cubicBezTo>
                  <a:lnTo>
                    <a:pt x="420" y="9866"/>
                  </a:lnTo>
                  <a:cubicBezTo>
                    <a:pt x="188" y="10002"/>
                    <a:pt x="1" y="10313"/>
                    <a:pt x="1" y="10558"/>
                  </a:cubicBezTo>
                  <a:cubicBezTo>
                    <a:pt x="1" y="10731"/>
                    <a:pt x="90" y="10828"/>
                    <a:pt x="222" y="10828"/>
                  </a:cubicBezTo>
                  <a:cubicBezTo>
                    <a:pt x="281" y="10828"/>
                    <a:pt x="348" y="10808"/>
                    <a:pt x="420" y="10767"/>
                  </a:cubicBezTo>
                  <a:lnTo>
                    <a:pt x="17403" y="962"/>
                  </a:lnTo>
                  <a:cubicBezTo>
                    <a:pt x="17636" y="828"/>
                    <a:pt x="17823" y="518"/>
                    <a:pt x="17823" y="269"/>
                  </a:cubicBezTo>
                  <a:cubicBezTo>
                    <a:pt x="17823" y="98"/>
                    <a:pt x="17735" y="1"/>
                    <a:pt x="17604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6909;p41"/>
            <p:cNvSpPr/>
            <p:nvPr/>
          </p:nvSpPr>
          <p:spPr>
            <a:xfrm>
              <a:off x="4528675" y="1901375"/>
              <a:ext cx="166300" cy="130825"/>
            </a:xfrm>
            <a:custGeom>
              <a:avLst/>
              <a:gdLst/>
              <a:ahLst/>
              <a:cxnLst/>
              <a:rect l="l" t="t" r="r" b="b"/>
              <a:pathLst>
                <a:path w="6652" h="5233" extrusionOk="0">
                  <a:moveTo>
                    <a:pt x="972" y="1"/>
                  </a:moveTo>
                  <a:cubicBezTo>
                    <a:pt x="972" y="1"/>
                    <a:pt x="30" y="1488"/>
                    <a:pt x="17" y="1581"/>
                  </a:cubicBezTo>
                  <a:cubicBezTo>
                    <a:pt x="0" y="1676"/>
                    <a:pt x="2584" y="4437"/>
                    <a:pt x="2839" y="4717"/>
                  </a:cubicBezTo>
                  <a:cubicBezTo>
                    <a:pt x="2979" y="4870"/>
                    <a:pt x="3109" y="4993"/>
                    <a:pt x="3447" y="5014"/>
                  </a:cubicBezTo>
                  <a:cubicBezTo>
                    <a:pt x="4123" y="5054"/>
                    <a:pt x="6651" y="5232"/>
                    <a:pt x="6651" y="5232"/>
                  </a:cubicBezTo>
                  <a:lnTo>
                    <a:pt x="6252" y="3167"/>
                  </a:lnTo>
                  <a:lnTo>
                    <a:pt x="3761" y="3099"/>
                  </a:lnTo>
                  <a:cubicBezTo>
                    <a:pt x="3590" y="2956"/>
                    <a:pt x="972" y="1"/>
                    <a:pt x="97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6910;p41"/>
            <p:cNvSpPr/>
            <p:nvPr/>
          </p:nvSpPr>
          <p:spPr>
            <a:xfrm>
              <a:off x="4677550" y="1980550"/>
              <a:ext cx="106600" cy="71600"/>
            </a:xfrm>
            <a:custGeom>
              <a:avLst/>
              <a:gdLst/>
              <a:ahLst/>
              <a:cxnLst/>
              <a:rect l="l" t="t" r="r" b="b"/>
              <a:pathLst>
                <a:path w="4264" h="2864" extrusionOk="0">
                  <a:moveTo>
                    <a:pt x="297" y="0"/>
                  </a:moveTo>
                  <a:lnTo>
                    <a:pt x="0" y="2580"/>
                  </a:lnTo>
                  <a:lnTo>
                    <a:pt x="3840" y="2864"/>
                  </a:lnTo>
                  <a:lnTo>
                    <a:pt x="4264" y="90"/>
                  </a:lnTo>
                  <a:lnTo>
                    <a:pt x="297" y="0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6911;p41"/>
            <p:cNvSpPr/>
            <p:nvPr/>
          </p:nvSpPr>
          <p:spPr>
            <a:xfrm>
              <a:off x="4677550" y="1980550"/>
              <a:ext cx="106600" cy="68100"/>
            </a:xfrm>
            <a:custGeom>
              <a:avLst/>
              <a:gdLst/>
              <a:ahLst/>
              <a:cxnLst/>
              <a:rect l="l" t="t" r="r" b="b"/>
              <a:pathLst>
                <a:path w="4264" h="2724" extrusionOk="0">
                  <a:moveTo>
                    <a:pt x="297" y="0"/>
                  </a:moveTo>
                  <a:lnTo>
                    <a:pt x="66" y="2021"/>
                  </a:lnTo>
                  <a:lnTo>
                    <a:pt x="0" y="2580"/>
                  </a:lnTo>
                  <a:lnTo>
                    <a:pt x="1922" y="2724"/>
                  </a:lnTo>
                  <a:lnTo>
                    <a:pt x="1922" y="2656"/>
                  </a:lnTo>
                  <a:cubicBezTo>
                    <a:pt x="1922" y="1533"/>
                    <a:pt x="2543" y="188"/>
                    <a:pt x="4264" y="90"/>
                  </a:cubicBezTo>
                  <a:lnTo>
                    <a:pt x="297" y="0"/>
                  </a:ln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6912;p41"/>
            <p:cNvSpPr/>
            <p:nvPr/>
          </p:nvSpPr>
          <p:spPr>
            <a:xfrm>
              <a:off x="3873775" y="1869900"/>
              <a:ext cx="706450" cy="624975"/>
            </a:xfrm>
            <a:custGeom>
              <a:avLst/>
              <a:gdLst/>
              <a:ahLst/>
              <a:cxnLst/>
              <a:rect l="l" t="t" r="r" b="b"/>
              <a:pathLst>
                <a:path w="28258" h="24999" extrusionOk="0">
                  <a:moveTo>
                    <a:pt x="27966" y="0"/>
                  </a:moveTo>
                  <a:cubicBezTo>
                    <a:pt x="27895" y="0"/>
                    <a:pt x="27816" y="23"/>
                    <a:pt x="27732" y="72"/>
                  </a:cubicBezTo>
                  <a:lnTo>
                    <a:pt x="530" y="15774"/>
                  </a:lnTo>
                  <a:cubicBezTo>
                    <a:pt x="240" y="15946"/>
                    <a:pt x="1" y="16352"/>
                    <a:pt x="1" y="16689"/>
                  </a:cubicBezTo>
                  <a:lnTo>
                    <a:pt x="1" y="24621"/>
                  </a:lnTo>
                  <a:cubicBezTo>
                    <a:pt x="1" y="24860"/>
                    <a:pt x="120" y="24999"/>
                    <a:pt x="293" y="24999"/>
                  </a:cubicBezTo>
                  <a:cubicBezTo>
                    <a:pt x="365" y="24999"/>
                    <a:pt x="445" y="24975"/>
                    <a:pt x="530" y="24925"/>
                  </a:cubicBezTo>
                  <a:lnTo>
                    <a:pt x="27732" y="9225"/>
                  </a:lnTo>
                  <a:cubicBezTo>
                    <a:pt x="28022" y="9054"/>
                    <a:pt x="28257" y="8645"/>
                    <a:pt x="28257" y="8311"/>
                  </a:cubicBezTo>
                  <a:lnTo>
                    <a:pt x="28257" y="379"/>
                  </a:lnTo>
                  <a:cubicBezTo>
                    <a:pt x="28257" y="139"/>
                    <a:pt x="28138" y="0"/>
                    <a:pt x="27966" y="0"/>
                  </a:cubicBez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6913;p41"/>
            <p:cNvSpPr/>
            <p:nvPr/>
          </p:nvSpPr>
          <p:spPr>
            <a:xfrm>
              <a:off x="3873775" y="1869900"/>
              <a:ext cx="706450" cy="430475"/>
            </a:xfrm>
            <a:custGeom>
              <a:avLst/>
              <a:gdLst/>
              <a:ahLst/>
              <a:cxnLst/>
              <a:rect l="l" t="t" r="r" b="b"/>
              <a:pathLst>
                <a:path w="28258" h="17219" extrusionOk="0">
                  <a:moveTo>
                    <a:pt x="27966" y="0"/>
                  </a:moveTo>
                  <a:cubicBezTo>
                    <a:pt x="27895" y="0"/>
                    <a:pt x="27816" y="23"/>
                    <a:pt x="27732" y="72"/>
                  </a:cubicBezTo>
                  <a:lnTo>
                    <a:pt x="530" y="15774"/>
                  </a:lnTo>
                  <a:cubicBezTo>
                    <a:pt x="240" y="15946"/>
                    <a:pt x="1" y="16352"/>
                    <a:pt x="1" y="16689"/>
                  </a:cubicBezTo>
                  <a:lnTo>
                    <a:pt x="1" y="17218"/>
                  </a:lnTo>
                  <a:lnTo>
                    <a:pt x="28257" y="907"/>
                  </a:lnTo>
                  <a:lnTo>
                    <a:pt x="28257" y="379"/>
                  </a:lnTo>
                  <a:cubicBezTo>
                    <a:pt x="28257" y="139"/>
                    <a:pt x="28138" y="0"/>
                    <a:pt x="27966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6914;p41"/>
            <p:cNvSpPr/>
            <p:nvPr/>
          </p:nvSpPr>
          <p:spPr>
            <a:xfrm>
              <a:off x="3893575" y="2221700"/>
              <a:ext cx="158500" cy="242300"/>
            </a:xfrm>
            <a:custGeom>
              <a:avLst/>
              <a:gdLst/>
              <a:ahLst/>
              <a:cxnLst/>
              <a:rect l="l" t="t" r="r" b="b"/>
              <a:pathLst>
                <a:path w="6340" h="9692" extrusionOk="0">
                  <a:moveTo>
                    <a:pt x="6106" y="1"/>
                  </a:moveTo>
                  <a:cubicBezTo>
                    <a:pt x="6049" y="1"/>
                    <a:pt x="5986" y="19"/>
                    <a:pt x="5919" y="58"/>
                  </a:cubicBezTo>
                  <a:lnTo>
                    <a:pt x="424" y="3228"/>
                  </a:lnTo>
                  <a:cubicBezTo>
                    <a:pt x="192" y="3365"/>
                    <a:pt x="1" y="3693"/>
                    <a:pt x="1" y="3962"/>
                  </a:cubicBezTo>
                  <a:lnTo>
                    <a:pt x="1" y="9389"/>
                  </a:lnTo>
                  <a:cubicBezTo>
                    <a:pt x="1" y="9581"/>
                    <a:pt x="97" y="9691"/>
                    <a:pt x="237" y="9691"/>
                  </a:cubicBezTo>
                  <a:cubicBezTo>
                    <a:pt x="294" y="9691"/>
                    <a:pt x="357" y="9673"/>
                    <a:pt x="424" y="9635"/>
                  </a:cubicBezTo>
                  <a:lnTo>
                    <a:pt x="5919" y="6464"/>
                  </a:lnTo>
                  <a:cubicBezTo>
                    <a:pt x="6151" y="6327"/>
                    <a:pt x="6339" y="5999"/>
                    <a:pt x="6339" y="5730"/>
                  </a:cubicBezTo>
                  <a:lnTo>
                    <a:pt x="6339" y="300"/>
                  </a:lnTo>
                  <a:cubicBezTo>
                    <a:pt x="6339" y="111"/>
                    <a:pt x="6244" y="1"/>
                    <a:pt x="6106" y="1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6915;p41"/>
            <p:cNvSpPr/>
            <p:nvPr/>
          </p:nvSpPr>
          <p:spPr>
            <a:xfrm>
              <a:off x="3893575" y="2264750"/>
              <a:ext cx="158500" cy="199250"/>
            </a:xfrm>
            <a:custGeom>
              <a:avLst/>
              <a:gdLst/>
              <a:ahLst/>
              <a:cxnLst/>
              <a:rect l="l" t="t" r="r" b="b"/>
              <a:pathLst>
                <a:path w="6340" h="7970" extrusionOk="0">
                  <a:moveTo>
                    <a:pt x="5090" y="1"/>
                  </a:moveTo>
                  <a:cubicBezTo>
                    <a:pt x="5012" y="1"/>
                    <a:pt x="4936" y="65"/>
                    <a:pt x="4881" y="192"/>
                  </a:cubicBezTo>
                  <a:lnTo>
                    <a:pt x="3247" y="4039"/>
                  </a:lnTo>
                  <a:lnTo>
                    <a:pt x="2452" y="3045"/>
                  </a:lnTo>
                  <a:cubicBezTo>
                    <a:pt x="2376" y="2952"/>
                    <a:pt x="2288" y="2906"/>
                    <a:pt x="2204" y="2906"/>
                  </a:cubicBezTo>
                  <a:cubicBezTo>
                    <a:pt x="2101" y="2906"/>
                    <a:pt x="2003" y="2974"/>
                    <a:pt x="1940" y="3107"/>
                  </a:cubicBezTo>
                  <a:lnTo>
                    <a:pt x="1" y="7240"/>
                  </a:lnTo>
                  <a:lnTo>
                    <a:pt x="1" y="7667"/>
                  </a:lnTo>
                  <a:cubicBezTo>
                    <a:pt x="1" y="7859"/>
                    <a:pt x="97" y="7969"/>
                    <a:pt x="237" y="7969"/>
                  </a:cubicBezTo>
                  <a:cubicBezTo>
                    <a:pt x="294" y="7969"/>
                    <a:pt x="357" y="7951"/>
                    <a:pt x="424" y="7913"/>
                  </a:cubicBezTo>
                  <a:lnTo>
                    <a:pt x="5919" y="4742"/>
                  </a:lnTo>
                  <a:cubicBezTo>
                    <a:pt x="6151" y="4605"/>
                    <a:pt x="6339" y="4277"/>
                    <a:pt x="6339" y="4008"/>
                  </a:cubicBezTo>
                  <a:lnTo>
                    <a:pt x="6339" y="2135"/>
                  </a:lnTo>
                  <a:lnTo>
                    <a:pt x="5301" y="175"/>
                  </a:lnTo>
                  <a:cubicBezTo>
                    <a:pt x="5240" y="59"/>
                    <a:pt x="5164" y="1"/>
                    <a:pt x="5090" y="1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6916;p41"/>
            <p:cNvSpPr/>
            <p:nvPr/>
          </p:nvSpPr>
          <p:spPr>
            <a:xfrm>
              <a:off x="3893575" y="2287725"/>
              <a:ext cx="39725" cy="56700"/>
            </a:xfrm>
            <a:custGeom>
              <a:avLst/>
              <a:gdLst/>
              <a:ahLst/>
              <a:cxnLst/>
              <a:rect l="l" t="t" r="r" b="b"/>
              <a:pathLst>
                <a:path w="1589" h="2268" extrusionOk="0">
                  <a:moveTo>
                    <a:pt x="1445" y="0"/>
                  </a:moveTo>
                  <a:lnTo>
                    <a:pt x="424" y="587"/>
                  </a:lnTo>
                  <a:cubicBezTo>
                    <a:pt x="192" y="724"/>
                    <a:pt x="1" y="1052"/>
                    <a:pt x="1" y="1321"/>
                  </a:cubicBezTo>
                  <a:lnTo>
                    <a:pt x="1" y="2222"/>
                  </a:lnTo>
                  <a:cubicBezTo>
                    <a:pt x="66" y="2252"/>
                    <a:pt x="138" y="2268"/>
                    <a:pt x="216" y="2268"/>
                  </a:cubicBezTo>
                  <a:cubicBezTo>
                    <a:pt x="343" y="2268"/>
                    <a:pt x="486" y="2226"/>
                    <a:pt x="639" y="2137"/>
                  </a:cubicBezTo>
                  <a:cubicBezTo>
                    <a:pt x="1162" y="1836"/>
                    <a:pt x="1588" y="1099"/>
                    <a:pt x="1588" y="495"/>
                  </a:cubicBezTo>
                  <a:cubicBezTo>
                    <a:pt x="1588" y="283"/>
                    <a:pt x="1533" y="116"/>
                    <a:pt x="144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6917;p41"/>
            <p:cNvSpPr/>
            <p:nvPr/>
          </p:nvSpPr>
          <p:spPr>
            <a:xfrm>
              <a:off x="4103575" y="1946600"/>
              <a:ext cx="445675" cy="270700"/>
            </a:xfrm>
            <a:custGeom>
              <a:avLst/>
              <a:gdLst/>
              <a:ahLst/>
              <a:cxnLst/>
              <a:rect l="l" t="t" r="r" b="b"/>
              <a:pathLst>
                <a:path w="17827" h="10828" extrusionOk="0">
                  <a:moveTo>
                    <a:pt x="17605" y="0"/>
                  </a:moveTo>
                  <a:cubicBezTo>
                    <a:pt x="17545" y="0"/>
                    <a:pt x="17476" y="20"/>
                    <a:pt x="17403" y="62"/>
                  </a:cubicBezTo>
                  <a:lnTo>
                    <a:pt x="424" y="9867"/>
                  </a:lnTo>
                  <a:cubicBezTo>
                    <a:pt x="192" y="10000"/>
                    <a:pt x="0" y="10310"/>
                    <a:pt x="0" y="10560"/>
                  </a:cubicBezTo>
                  <a:cubicBezTo>
                    <a:pt x="0" y="10731"/>
                    <a:pt x="90" y="10828"/>
                    <a:pt x="222" y="10828"/>
                  </a:cubicBezTo>
                  <a:cubicBezTo>
                    <a:pt x="282" y="10828"/>
                    <a:pt x="351" y="10808"/>
                    <a:pt x="424" y="10765"/>
                  </a:cubicBezTo>
                  <a:lnTo>
                    <a:pt x="17403" y="963"/>
                  </a:lnTo>
                  <a:cubicBezTo>
                    <a:pt x="17639" y="826"/>
                    <a:pt x="17827" y="515"/>
                    <a:pt x="17827" y="266"/>
                  </a:cubicBezTo>
                  <a:cubicBezTo>
                    <a:pt x="17827" y="97"/>
                    <a:pt x="17737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6918;p41"/>
            <p:cNvSpPr/>
            <p:nvPr/>
          </p:nvSpPr>
          <p:spPr>
            <a:xfrm>
              <a:off x="4103575" y="2003775"/>
              <a:ext cx="445675" cy="270700"/>
            </a:xfrm>
            <a:custGeom>
              <a:avLst/>
              <a:gdLst/>
              <a:ahLst/>
              <a:cxnLst/>
              <a:rect l="l" t="t" r="r" b="b"/>
              <a:pathLst>
                <a:path w="17827" h="10828" extrusionOk="0">
                  <a:moveTo>
                    <a:pt x="17605" y="0"/>
                  </a:moveTo>
                  <a:cubicBezTo>
                    <a:pt x="17545" y="0"/>
                    <a:pt x="17476" y="20"/>
                    <a:pt x="17403" y="62"/>
                  </a:cubicBezTo>
                  <a:lnTo>
                    <a:pt x="424" y="9866"/>
                  </a:lnTo>
                  <a:cubicBezTo>
                    <a:pt x="192" y="10000"/>
                    <a:pt x="0" y="10310"/>
                    <a:pt x="0" y="10559"/>
                  </a:cubicBezTo>
                  <a:cubicBezTo>
                    <a:pt x="0" y="10730"/>
                    <a:pt x="90" y="10827"/>
                    <a:pt x="222" y="10827"/>
                  </a:cubicBezTo>
                  <a:cubicBezTo>
                    <a:pt x="282" y="10827"/>
                    <a:pt x="351" y="10807"/>
                    <a:pt x="424" y="10764"/>
                  </a:cubicBezTo>
                  <a:lnTo>
                    <a:pt x="17403" y="963"/>
                  </a:lnTo>
                  <a:cubicBezTo>
                    <a:pt x="17639" y="826"/>
                    <a:pt x="17827" y="515"/>
                    <a:pt x="17827" y="266"/>
                  </a:cubicBezTo>
                  <a:cubicBezTo>
                    <a:pt x="17827" y="97"/>
                    <a:pt x="17737" y="0"/>
                    <a:pt x="17605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6919;p41"/>
            <p:cNvSpPr/>
            <p:nvPr/>
          </p:nvSpPr>
          <p:spPr>
            <a:xfrm>
              <a:off x="4103575" y="2060950"/>
              <a:ext cx="445675" cy="270700"/>
            </a:xfrm>
            <a:custGeom>
              <a:avLst/>
              <a:gdLst/>
              <a:ahLst/>
              <a:cxnLst/>
              <a:rect l="l" t="t" r="r" b="b"/>
              <a:pathLst>
                <a:path w="17827" h="10828" extrusionOk="0">
                  <a:moveTo>
                    <a:pt x="17604" y="0"/>
                  </a:moveTo>
                  <a:cubicBezTo>
                    <a:pt x="17545" y="0"/>
                    <a:pt x="17476" y="20"/>
                    <a:pt x="17403" y="61"/>
                  </a:cubicBezTo>
                  <a:lnTo>
                    <a:pt x="424" y="9866"/>
                  </a:lnTo>
                  <a:cubicBezTo>
                    <a:pt x="192" y="10000"/>
                    <a:pt x="0" y="10310"/>
                    <a:pt x="0" y="10559"/>
                  </a:cubicBezTo>
                  <a:cubicBezTo>
                    <a:pt x="0" y="10730"/>
                    <a:pt x="90" y="10827"/>
                    <a:pt x="222" y="10827"/>
                  </a:cubicBezTo>
                  <a:cubicBezTo>
                    <a:pt x="282" y="10827"/>
                    <a:pt x="351" y="10807"/>
                    <a:pt x="424" y="10764"/>
                  </a:cubicBezTo>
                  <a:lnTo>
                    <a:pt x="17403" y="962"/>
                  </a:lnTo>
                  <a:cubicBezTo>
                    <a:pt x="17639" y="826"/>
                    <a:pt x="17827" y="515"/>
                    <a:pt x="17827" y="269"/>
                  </a:cubicBezTo>
                  <a:cubicBezTo>
                    <a:pt x="17827" y="97"/>
                    <a:pt x="17737" y="0"/>
                    <a:pt x="17604" y="0"/>
                  </a:cubicBez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6920;p41"/>
            <p:cNvSpPr/>
            <p:nvPr/>
          </p:nvSpPr>
          <p:spPr>
            <a:xfrm>
              <a:off x="4860225" y="2733875"/>
              <a:ext cx="36050" cy="52500"/>
            </a:xfrm>
            <a:custGeom>
              <a:avLst/>
              <a:gdLst/>
              <a:ahLst/>
              <a:cxnLst/>
              <a:rect l="l" t="t" r="r" b="b"/>
              <a:pathLst>
                <a:path w="1442" h="2100" extrusionOk="0">
                  <a:moveTo>
                    <a:pt x="0" y="1"/>
                  </a:moveTo>
                  <a:lnTo>
                    <a:pt x="0" y="2100"/>
                  </a:lnTo>
                  <a:lnTo>
                    <a:pt x="1441" y="2100"/>
                  </a:lnTo>
                  <a:lnTo>
                    <a:pt x="1441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6921;p41"/>
            <p:cNvSpPr/>
            <p:nvPr/>
          </p:nvSpPr>
          <p:spPr>
            <a:xfrm>
              <a:off x="4733700" y="2669025"/>
              <a:ext cx="37825" cy="53700"/>
            </a:xfrm>
            <a:custGeom>
              <a:avLst/>
              <a:gdLst/>
              <a:ahLst/>
              <a:cxnLst/>
              <a:rect l="l" t="t" r="r" b="b"/>
              <a:pathLst>
                <a:path w="1513" h="2148" extrusionOk="0">
                  <a:moveTo>
                    <a:pt x="1437" y="1"/>
                  </a:moveTo>
                  <a:lnTo>
                    <a:pt x="0" y="52"/>
                  </a:lnTo>
                  <a:lnTo>
                    <a:pt x="72" y="2148"/>
                  </a:lnTo>
                  <a:lnTo>
                    <a:pt x="1512" y="2096"/>
                  </a:lnTo>
                  <a:lnTo>
                    <a:pt x="1437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6922;p41"/>
            <p:cNvSpPr/>
            <p:nvPr/>
          </p:nvSpPr>
          <p:spPr>
            <a:xfrm>
              <a:off x="4696475" y="2222375"/>
              <a:ext cx="211975" cy="525100"/>
            </a:xfrm>
            <a:custGeom>
              <a:avLst/>
              <a:gdLst/>
              <a:ahLst/>
              <a:cxnLst/>
              <a:rect l="l" t="t" r="r" b="b"/>
              <a:pathLst>
                <a:path w="8479" h="21004" extrusionOk="0">
                  <a:moveTo>
                    <a:pt x="1165" y="0"/>
                  </a:moveTo>
                  <a:cubicBezTo>
                    <a:pt x="1165" y="0"/>
                    <a:pt x="1" y="9006"/>
                    <a:pt x="152" y="9863"/>
                  </a:cubicBezTo>
                  <a:cubicBezTo>
                    <a:pt x="298" y="10720"/>
                    <a:pt x="1455" y="18710"/>
                    <a:pt x="1455" y="18710"/>
                  </a:cubicBezTo>
                  <a:cubicBezTo>
                    <a:pt x="1710" y="18846"/>
                    <a:pt x="1956" y="18894"/>
                    <a:pt x="2174" y="18894"/>
                  </a:cubicBezTo>
                  <a:cubicBezTo>
                    <a:pt x="2669" y="18894"/>
                    <a:pt x="3022" y="18648"/>
                    <a:pt x="3022" y="18648"/>
                  </a:cubicBezTo>
                  <a:cubicBezTo>
                    <a:pt x="3022" y="18648"/>
                    <a:pt x="3318" y="13181"/>
                    <a:pt x="3267" y="12235"/>
                  </a:cubicBezTo>
                  <a:cubicBezTo>
                    <a:pt x="3216" y="11287"/>
                    <a:pt x="2981" y="9945"/>
                    <a:pt x="2981" y="9945"/>
                  </a:cubicBezTo>
                  <a:lnTo>
                    <a:pt x="4315" y="4239"/>
                  </a:lnTo>
                  <a:cubicBezTo>
                    <a:pt x="4315" y="4239"/>
                    <a:pt x="4698" y="9085"/>
                    <a:pt x="4920" y="10870"/>
                  </a:cubicBezTo>
                  <a:cubicBezTo>
                    <a:pt x="5178" y="12918"/>
                    <a:pt x="6482" y="20707"/>
                    <a:pt x="6482" y="20707"/>
                  </a:cubicBezTo>
                  <a:cubicBezTo>
                    <a:pt x="6800" y="20929"/>
                    <a:pt x="7086" y="21004"/>
                    <a:pt x="7327" y="21004"/>
                  </a:cubicBezTo>
                  <a:cubicBezTo>
                    <a:pt x="7810" y="21004"/>
                    <a:pt x="8110" y="20707"/>
                    <a:pt x="8110" y="20707"/>
                  </a:cubicBezTo>
                  <a:cubicBezTo>
                    <a:pt x="8110" y="20707"/>
                    <a:pt x="8288" y="14973"/>
                    <a:pt x="8397" y="12908"/>
                  </a:cubicBezTo>
                  <a:cubicBezTo>
                    <a:pt x="8479" y="11389"/>
                    <a:pt x="8107" y="10662"/>
                    <a:pt x="8073" y="10266"/>
                  </a:cubicBezTo>
                  <a:cubicBezTo>
                    <a:pt x="8073" y="10266"/>
                    <a:pt x="7895" y="1376"/>
                    <a:pt x="7895" y="0"/>
                  </a:cubicBezTo>
                  <a:close/>
                </a:path>
              </a:pathLst>
            </a:custGeom>
            <a:solidFill>
              <a:srgbClr val="455A6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6923;p41"/>
            <p:cNvSpPr/>
            <p:nvPr/>
          </p:nvSpPr>
          <p:spPr>
            <a:xfrm>
              <a:off x="4725575" y="1982775"/>
              <a:ext cx="168300" cy="265200"/>
            </a:xfrm>
            <a:custGeom>
              <a:avLst/>
              <a:gdLst/>
              <a:ahLst/>
              <a:cxnLst/>
              <a:rect l="l" t="t" r="r" b="b"/>
              <a:pathLst>
                <a:path w="6732" h="10608" extrusionOk="0">
                  <a:moveTo>
                    <a:pt x="2343" y="1"/>
                  </a:moveTo>
                  <a:cubicBezTo>
                    <a:pt x="622" y="99"/>
                    <a:pt x="1" y="1444"/>
                    <a:pt x="1" y="2567"/>
                  </a:cubicBezTo>
                  <a:lnTo>
                    <a:pt x="1" y="9584"/>
                  </a:lnTo>
                  <a:cubicBezTo>
                    <a:pt x="1001" y="10314"/>
                    <a:pt x="2272" y="10608"/>
                    <a:pt x="3457" y="10608"/>
                  </a:cubicBezTo>
                  <a:cubicBezTo>
                    <a:pt x="4881" y="10608"/>
                    <a:pt x="6180" y="10184"/>
                    <a:pt x="6731" y="9584"/>
                  </a:cubicBezTo>
                  <a:lnTo>
                    <a:pt x="6731" y="5325"/>
                  </a:lnTo>
                  <a:lnTo>
                    <a:pt x="6731" y="2843"/>
                  </a:lnTo>
                  <a:cubicBezTo>
                    <a:pt x="6731" y="1540"/>
                    <a:pt x="5851" y="382"/>
                    <a:pt x="4585" y="69"/>
                  </a:cubicBezTo>
                  <a:cubicBezTo>
                    <a:pt x="4578" y="69"/>
                    <a:pt x="4571" y="65"/>
                    <a:pt x="4564" y="65"/>
                  </a:cubicBezTo>
                  <a:lnTo>
                    <a:pt x="2343" y="1"/>
                  </a:ln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6924;p41"/>
            <p:cNvSpPr/>
            <p:nvPr/>
          </p:nvSpPr>
          <p:spPr>
            <a:xfrm>
              <a:off x="4846575" y="1840725"/>
              <a:ext cx="27925" cy="57675"/>
            </a:xfrm>
            <a:custGeom>
              <a:avLst/>
              <a:gdLst/>
              <a:ahLst/>
              <a:cxnLst/>
              <a:rect l="l" t="t" r="r" b="b"/>
              <a:pathLst>
                <a:path w="1117" h="2307" extrusionOk="0">
                  <a:moveTo>
                    <a:pt x="294" y="1"/>
                  </a:moveTo>
                  <a:cubicBezTo>
                    <a:pt x="241" y="1"/>
                    <a:pt x="209" y="6"/>
                    <a:pt x="209" y="6"/>
                  </a:cubicBezTo>
                  <a:lnTo>
                    <a:pt x="1" y="2307"/>
                  </a:lnTo>
                  <a:lnTo>
                    <a:pt x="844" y="2211"/>
                  </a:lnTo>
                  <a:cubicBezTo>
                    <a:pt x="1058" y="1027"/>
                    <a:pt x="1117" y="508"/>
                    <a:pt x="844" y="231"/>
                  </a:cubicBezTo>
                  <a:cubicBezTo>
                    <a:pt x="650" y="31"/>
                    <a:pt x="416" y="1"/>
                    <a:pt x="29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6925;p41"/>
            <p:cNvSpPr/>
            <p:nvPr/>
          </p:nvSpPr>
          <p:spPr>
            <a:xfrm>
              <a:off x="4708325" y="1828625"/>
              <a:ext cx="33425" cy="27375"/>
            </a:xfrm>
            <a:custGeom>
              <a:avLst/>
              <a:gdLst/>
              <a:ahLst/>
              <a:cxnLst/>
              <a:rect l="l" t="t" r="r" b="b"/>
              <a:pathLst>
                <a:path w="1337" h="1095" extrusionOk="0">
                  <a:moveTo>
                    <a:pt x="178" y="0"/>
                  </a:moveTo>
                  <a:cubicBezTo>
                    <a:pt x="25" y="0"/>
                    <a:pt x="1" y="234"/>
                    <a:pt x="117" y="443"/>
                  </a:cubicBezTo>
                  <a:cubicBezTo>
                    <a:pt x="257" y="699"/>
                    <a:pt x="524" y="1030"/>
                    <a:pt x="1094" y="1095"/>
                  </a:cubicBezTo>
                  <a:cubicBezTo>
                    <a:pt x="1100" y="1057"/>
                    <a:pt x="1336" y="436"/>
                    <a:pt x="1336" y="436"/>
                  </a:cubicBezTo>
                  <a:lnTo>
                    <a:pt x="828" y="149"/>
                  </a:lnTo>
                  <a:cubicBezTo>
                    <a:pt x="828" y="149"/>
                    <a:pt x="486" y="149"/>
                    <a:pt x="302" y="40"/>
                  </a:cubicBezTo>
                  <a:cubicBezTo>
                    <a:pt x="254" y="12"/>
                    <a:pt x="212" y="0"/>
                    <a:pt x="17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6926;p41"/>
            <p:cNvSpPr/>
            <p:nvPr/>
          </p:nvSpPr>
          <p:spPr>
            <a:xfrm>
              <a:off x="4723525" y="1817150"/>
              <a:ext cx="159000" cy="199125"/>
            </a:xfrm>
            <a:custGeom>
              <a:avLst/>
              <a:gdLst/>
              <a:ahLst/>
              <a:cxnLst/>
              <a:rect l="l" t="t" r="r" b="b"/>
              <a:pathLst>
                <a:path w="6360" h="7965" extrusionOk="0">
                  <a:moveTo>
                    <a:pt x="2451" y="1"/>
                  </a:moveTo>
                  <a:cubicBezTo>
                    <a:pt x="1546" y="1"/>
                    <a:pt x="674" y="456"/>
                    <a:pt x="404" y="1604"/>
                  </a:cubicBezTo>
                  <a:cubicBezTo>
                    <a:pt x="1" y="3324"/>
                    <a:pt x="455" y="4342"/>
                    <a:pt x="728" y="4912"/>
                  </a:cubicBezTo>
                  <a:cubicBezTo>
                    <a:pt x="971" y="5424"/>
                    <a:pt x="1346" y="5878"/>
                    <a:pt x="1506" y="5922"/>
                  </a:cubicBezTo>
                  <a:cubicBezTo>
                    <a:pt x="1576" y="5941"/>
                    <a:pt x="1665" y="5948"/>
                    <a:pt x="1759" y="5948"/>
                  </a:cubicBezTo>
                  <a:cubicBezTo>
                    <a:pt x="2063" y="5948"/>
                    <a:pt x="2428" y="5874"/>
                    <a:pt x="2428" y="5874"/>
                  </a:cubicBezTo>
                  <a:lnTo>
                    <a:pt x="2428" y="5874"/>
                  </a:lnTo>
                  <a:lnTo>
                    <a:pt x="2425" y="6626"/>
                  </a:lnTo>
                  <a:cubicBezTo>
                    <a:pt x="2055" y="7076"/>
                    <a:pt x="1814" y="7965"/>
                    <a:pt x="2737" y="7965"/>
                  </a:cubicBezTo>
                  <a:cubicBezTo>
                    <a:pt x="2812" y="7965"/>
                    <a:pt x="2896" y="7959"/>
                    <a:pt x="2987" y="7946"/>
                  </a:cubicBezTo>
                  <a:cubicBezTo>
                    <a:pt x="4199" y="7782"/>
                    <a:pt x="4646" y="6690"/>
                    <a:pt x="4646" y="6690"/>
                  </a:cubicBezTo>
                  <a:lnTo>
                    <a:pt x="4735" y="4625"/>
                  </a:lnTo>
                  <a:cubicBezTo>
                    <a:pt x="4735" y="4625"/>
                    <a:pt x="4846" y="4709"/>
                    <a:pt x="5026" y="4709"/>
                  </a:cubicBezTo>
                  <a:cubicBezTo>
                    <a:pt x="5140" y="4709"/>
                    <a:pt x="5281" y="4675"/>
                    <a:pt x="5438" y="4567"/>
                  </a:cubicBezTo>
                  <a:cubicBezTo>
                    <a:pt x="5779" y="4328"/>
                    <a:pt x="6360" y="3611"/>
                    <a:pt x="6103" y="3072"/>
                  </a:cubicBezTo>
                  <a:cubicBezTo>
                    <a:pt x="5984" y="2821"/>
                    <a:pt x="5807" y="2738"/>
                    <a:pt x="5639" y="2738"/>
                  </a:cubicBezTo>
                  <a:cubicBezTo>
                    <a:pt x="5453" y="2738"/>
                    <a:pt x="5276" y="2840"/>
                    <a:pt x="5196" y="2926"/>
                  </a:cubicBezTo>
                  <a:cubicBezTo>
                    <a:pt x="5059" y="3065"/>
                    <a:pt x="4907" y="3264"/>
                    <a:pt x="4786" y="3264"/>
                  </a:cubicBezTo>
                  <a:cubicBezTo>
                    <a:pt x="4768" y="3264"/>
                    <a:pt x="4751" y="3260"/>
                    <a:pt x="4735" y="3250"/>
                  </a:cubicBezTo>
                  <a:cubicBezTo>
                    <a:pt x="4735" y="3250"/>
                    <a:pt x="5189" y="1192"/>
                    <a:pt x="4005" y="448"/>
                  </a:cubicBezTo>
                  <a:cubicBezTo>
                    <a:pt x="3558" y="167"/>
                    <a:pt x="2998" y="1"/>
                    <a:pt x="2451" y="1"/>
                  </a:cubicBez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6927;p41"/>
            <p:cNvSpPr/>
            <p:nvPr/>
          </p:nvSpPr>
          <p:spPr>
            <a:xfrm>
              <a:off x="4716800" y="1784625"/>
              <a:ext cx="142000" cy="119075"/>
            </a:xfrm>
            <a:custGeom>
              <a:avLst/>
              <a:gdLst/>
              <a:ahLst/>
              <a:cxnLst/>
              <a:rect l="l" t="t" r="r" b="b"/>
              <a:pathLst>
                <a:path w="5680" h="4763" extrusionOk="0">
                  <a:moveTo>
                    <a:pt x="357" y="1"/>
                  </a:moveTo>
                  <a:cubicBezTo>
                    <a:pt x="238" y="1"/>
                    <a:pt x="197" y="85"/>
                    <a:pt x="147" y="264"/>
                  </a:cubicBezTo>
                  <a:cubicBezTo>
                    <a:pt x="41" y="640"/>
                    <a:pt x="0" y="1503"/>
                    <a:pt x="512" y="2083"/>
                  </a:cubicBezTo>
                  <a:lnTo>
                    <a:pt x="939" y="2237"/>
                  </a:lnTo>
                  <a:cubicBezTo>
                    <a:pt x="939" y="2237"/>
                    <a:pt x="1168" y="2442"/>
                    <a:pt x="1970" y="2541"/>
                  </a:cubicBezTo>
                  <a:cubicBezTo>
                    <a:pt x="2196" y="2568"/>
                    <a:pt x="2457" y="2578"/>
                    <a:pt x="2721" y="2578"/>
                  </a:cubicBezTo>
                  <a:cubicBezTo>
                    <a:pt x="3387" y="2578"/>
                    <a:pt x="4062" y="2513"/>
                    <a:pt x="4184" y="2496"/>
                  </a:cubicBezTo>
                  <a:cubicBezTo>
                    <a:pt x="4198" y="2494"/>
                    <a:pt x="4211" y="2493"/>
                    <a:pt x="4223" y="2493"/>
                  </a:cubicBezTo>
                  <a:cubicBezTo>
                    <a:pt x="4423" y="2493"/>
                    <a:pt x="4475" y="2727"/>
                    <a:pt x="4594" y="3305"/>
                  </a:cubicBezTo>
                  <a:cubicBezTo>
                    <a:pt x="4704" y="3844"/>
                    <a:pt x="4792" y="4759"/>
                    <a:pt x="5004" y="4762"/>
                  </a:cubicBezTo>
                  <a:cubicBezTo>
                    <a:pt x="5069" y="4762"/>
                    <a:pt x="5307" y="4367"/>
                    <a:pt x="5465" y="4227"/>
                  </a:cubicBezTo>
                  <a:cubicBezTo>
                    <a:pt x="5679" y="4028"/>
                    <a:pt x="5400" y="2250"/>
                    <a:pt x="5400" y="2250"/>
                  </a:cubicBezTo>
                  <a:cubicBezTo>
                    <a:pt x="5400" y="2250"/>
                    <a:pt x="5618" y="1578"/>
                    <a:pt x="5192" y="1131"/>
                  </a:cubicBezTo>
                  <a:cubicBezTo>
                    <a:pt x="4765" y="684"/>
                    <a:pt x="3939" y="759"/>
                    <a:pt x="3335" y="739"/>
                  </a:cubicBezTo>
                  <a:cubicBezTo>
                    <a:pt x="2707" y="714"/>
                    <a:pt x="2034" y="677"/>
                    <a:pt x="1174" y="305"/>
                  </a:cubicBezTo>
                  <a:cubicBezTo>
                    <a:pt x="722" y="106"/>
                    <a:pt x="490" y="1"/>
                    <a:pt x="35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6928;p41"/>
            <p:cNvSpPr/>
            <p:nvPr/>
          </p:nvSpPr>
          <p:spPr>
            <a:xfrm>
              <a:off x="4849050" y="1828225"/>
              <a:ext cx="21625" cy="16175"/>
            </a:xfrm>
            <a:custGeom>
              <a:avLst/>
              <a:gdLst/>
              <a:ahLst/>
              <a:cxnLst/>
              <a:rect l="l" t="t" r="r" b="b"/>
              <a:pathLst>
                <a:path w="865" h="647" extrusionOk="0">
                  <a:moveTo>
                    <a:pt x="488" y="1"/>
                  </a:moveTo>
                  <a:cubicBezTo>
                    <a:pt x="423" y="1"/>
                    <a:pt x="356" y="16"/>
                    <a:pt x="294" y="49"/>
                  </a:cubicBezTo>
                  <a:cubicBezTo>
                    <a:pt x="86" y="162"/>
                    <a:pt x="0" y="428"/>
                    <a:pt x="110" y="646"/>
                  </a:cubicBezTo>
                  <a:lnTo>
                    <a:pt x="864" y="240"/>
                  </a:lnTo>
                  <a:cubicBezTo>
                    <a:pt x="790" y="87"/>
                    <a:pt x="642" y="1"/>
                    <a:pt x="48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6929;p41"/>
            <p:cNvSpPr/>
            <p:nvPr/>
          </p:nvSpPr>
          <p:spPr>
            <a:xfrm>
              <a:off x="4784200" y="1939675"/>
              <a:ext cx="51400" cy="31750"/>
            </a:xfrm>
            <a:custGeom>
              <a:avLst/>
              <a:gdLst/>
              <a:ahLst/>
              <a:cxnLst/>
              <a:rect l="l" t="t" r="r" b="b"/>
              <a:pathLst>
                <a:path w="2056" h="1270" extrusionOk="0">
                  <a:moveTo>
                    <a:pt x="2055" y="0"/>
                  </a:moveTo>
                  <a:cubicBezTo>
                    <a:pt x="1991" y="158"/>
                    <a:pt x="1775" y="400"/>
                    <a:pt x="1513" y="540"/>
                  </a:cubicBezTo>
                  <a:cubicBezTo>
                    <a:pt x="1120" y="748"/>
                    <a:pt x="1" y="973"/>
                    <a:pt x="1" y="973"/>
                  </a:cubicBezTo>
                  <a:lnTo>
                    <a:pt x="1" y="1270"/>
                  </a:lnTo>
                  <a:cubicBezTo>
                    <a:pt x="1" y="1270"/>
                    <a:pt x="1461" y="1000"/>
                    <a:pt x="1748" y="635"/>
                  </a:cubicBezTo>
                  <a:cubicBezTo>
                    <a:pt x="1980" y="335"/>
                    <a:pt x="2055" y="1"/>
                    <a:pt x="2055" y="0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6930;p41"/>
            <p:cNvSpPr/>
            <p:nvPr/>
          </p:nvSpPr>
          <p:spPr>
            <a:xfrm>
              <a:off x="4790950" y="1885600"/>
              <a:ext cx="11200" cy="11700"/>
            </a:xfrm>
            <a:custGeom>
              <a:avLst/>
              <a:gdLst/>
              <a:ahLst/>
              <a:cxnLst/>
              <a:rect l="l" t="t" r="r" b="b"/>
              <a:pathLst>
                <a:path w="448" h="468" extrusionOk="0">
                  <a:moveTo>
                    <a:pt x="222" y="0"/>
                  </a:moveTo>
                  <a:cubicBezTo>
                    <a:pt x="100" y="0"/>
                    <a:pt x="0" y="106"/>
                    <a:pt x="0" y="232"/>
                  </a:cubicBezTo>
                  <a:cubicBezTo>
                    <a:pt x="0" y="361"/>
                    <a:pt x="100" y="468"/>
                    <a:pt x="222" y="468"/>
                  </a:cubicBezTo>
                  <a:cubicBezTo>
                    <a:pt x="349" y="464"/>
                    <a:pt x="448" y="361"/>
                    <a:pt x="448" y="232"/>
                  </a:cubicBezTo>
                  <a:cubicBezTo>
                    <a:pt x="448" y="102"/>
                    <a:pt x="349" y="0"/>
                    <a:pt x="2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6931;p41"/>
            <p:cNvSpPr/>
            <p:nvPr/>
          </p:nvSpPr>
          <p:spPr>
            <a:xfrm>
              <a:off x="4796825" y="1866425"/>
              <a:ext cx="13850" cy="10400"/>
            </a:xfrm>
            <a:custGeom>
              <a:avLst/>
              <a:gdLst/>
              <a:ahLst/>
              <a:cxnLst/>
              <a:rect l="l" t="t" r="r" b="b"/>
              <a:pathLst>
                <a:path w="554" h="416" extrusionOk="0">
                  <a:moveTo>
                    <a:pt x="243" y="1"/>
                  </a:moveTo>
                  <a:cubicBezTo>
                    <a:pt x="145" y="1"/>
                    <a:pt x="51" y="55"/>
                    <a:pt x="0" y="153"/>
                  </a:cubicBezTo>
                  <a:lnTo>
                    <a:pt x="482" y="416"/>
                  </a:lnTo>
                  <a:cubicBezTo>
                    <a:pt x="553" y="279"/>
                    <a:pt x="503" y="108"/>
                    <a:pt x="369" y="33"/>
                  </a:cubicBezTo>
                  <a:cubicBezTo>
                    <a:pt x="329" y="11"/>
                    <a:pt x="285" y="1"/>
                    <a:pt x="2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6932;p41"/>
            <p:cNvSpPr/>
            <p:nvPr/>
          </p:nvSpPr>
          <p:spPr>
            <a:xfrm>
              <a:off x="4778500" y="1929525"/>
              <a:ext cx="14100" cy="9500"/>
            </a:xfrm>
            <a:custGeom>
              <a:avLst/>
              <a:gdLst/>
              <a:ahLst/>
              <a:cxnLst/>
              <a:rect l="l" t="t" r="r" b="b"/>
              <a:pathLst>
                <a:path w="564" h="380" extrusionOk="0">
                  <a:moveTo>
                    <a:pt x="512" y="1"/>
                  </a:moveTo>
                  <a:lnTo>
                    <a:pt x="0" y="192"/>
                  </a:lnTo>
                  <a:cubicBezTo>
                    <a:pt x="40" y="306"/>
                    <a:pt x="145" y="380"/>
                    <a:pt x="256" y="380"/>
                  </a:cubicBezTo>
                  <a:cubicBezTo>
                    <a:pt x="287" y="380"/>
                    <a:pt x="318" y="374"/>
                    <a:pt x="348" y="362"/>
                  </a:cubicBezTo>
                  <a:cubicBezTo>
                    <a:pt x="492" y="308"/>
                    <a:pt x="563" y="147"/>
                    <a:pt x="512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Google Shape;6933;p41"/>
            <p:cNvSpPr/>
            <p:nvPr/>
          </p:nvSpPr>
          <p:spPr>
            <a:xfrm>
              <a:off x="4738575" y="1863575"/>
              <a:ext cx="13225" cy="11375"/>
            </a:xfrm>
            <a:custGeom>
              <a:avLst/>
              <a:gdLst/>
              <a:ahLst/>
              <a:cxnLst/>
              <a:rect l="l" t="t" r="r" b="b"/>
              <a:pathLst>
                <a:path w="529" h="455" extrusionOk="0">
                  <a:moveTo>
                    <a:pt x="308" y="0"/>
                  </a:moveTo>
                  <a:cubicBezTo>
                    <a:pt x="252" y="0"/>
                    <a:pt x="196" y="18"/>
                    <a:pt x="147" y="55"/>
                  </a:cubicBezTo>
                  <a:cubicBezTo>
                    <a:pt x="27" y="150"/>
                    <a:pt x="0" y="328"/>
                    <a:pt x="89" y="454"/>
                  </a:cubicBezTo>
                  <a:lnTo>
                    <a:pt x="528" y="116"/>
                  </a:lnTo>
                  <a:cubicBezTo>
                    <a:pt x="475" y="40"/>
                    <a:pt x="393" y="0"/>
                    <a:pt x="3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6934;p41"/>
            <p:cNvSpPr/>
            <p:nvPr/>
          </p:nvSpPr>
          <p:spPr>
            <a:xfrm>
              <a:off x="4744200" y="1883975"/>
              <a:ext cx="11275" cy="11700"/>
            </a:xfrm>
            <a:custGeom>
              <a:avLst/>
              <a:gdLst/>
              <a:ahLst/>
              <a:cxnLst/>
              <a:rect l="l" t="t" r="r" b="b"/>
              <a:pathLst>
                <a:path w="451" h="468" extrusionOk="0">
                  <a:moveTo>
                    <a:pt x="226" y="0"/>
                  </a:moveTo>
                  <a:cubicBezTo>
                    <a:pt x="99" y="0"/>
                    <a:pt x="0" y="106"/>
                    <a:pt x="0" y="235"/>
                  </a:cubicBezTo>
                  <a:cubicBezTo>
                    <a:pt x="0" y="362"/>
                    <a:pt x="99" y="467"/>
                    <a:pt x="226" y="467"/>
                  </a:cubicBezTo>
                  <a:cubicBezTo>
                    <a:pt x="348" y="467"/>
                    <a:pt x="451" y="362"/>
                    <a:pt x="451" y="232"/>
                  </a:cubicBezTo>
                  <a:cubicBezTo>
                    <a:pt x="451" y="103"/>
                    <a:pt x="348" y="0"/>
                    <a:pt x="22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6935;p41"/>
            <p:cNvSpPr/>
            <p:nvPr/>
          </p:nvSpPr>
          <p:spPr>
            <a:xfrm>
              <a:off x="4753300" y="1884475"/>
              <a:ext cx="19500" cy="33825"/>
            </a:xfrm>
            <a:custGeom>
              <a:avLst/>
              <a:gdLst/>
              <a:ahLst/>
              <a:cxnLst/>
              <a:rect l="l" t="t" r="r" b="b"/>
              <a:pathLst>
                <a:path w="780" h="1353" extrusionOk="0">
                  <a:moveTo>
                    <a:pt x="779" y="1"/>
                  </a:moveTo>
                  <a:lnTo>
                    <a:pt x="1" y="1113"/>
                  </a:lnTo>
                  <a:lnTo>
                    <a:pt x="708" y="1352"/>
                  </a:lnTo>
                  <a:lnTo>
                    <a:pt x="779" y="1"/>
                  </a:ln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6936;p41"/>
            <p:cNvSpPr/>
            <p:nvPr/>
          </p:nvSpPr>
          <p:spPr>
            <a:xfrm>
              <a:off x="4800125" y="2763350"/>
              <a:ext cx="105100" cy="96050"/>
            </a:xfrm>
            <a:custGeom>
              <a:avLst/>
              <a:gdLst/>
              <a:ahLst/>
              <a:cxnLst/>
              <a:rect l="l" t="t" r="r" b="b"/>
              <a:pathLst>
                <a:path w="4204" h="3842" extrusionOk="0">
                  <a:moveTo>
                    <a:pt x="3855" y="1"/>
                  </a:moveTo>
                  <a:cubicBezTo>
                    <a:pt x="3852" y="1"/>
                    <a:pt x="3849" y="1"/>
                    <a:pt x="3845" y="2"/>
                  </a:cubicBezTo>
                  <a:lnTo>
                    <a:pt x="3845" y="160"/>
                  </a:lnTo>
                  <a:cubicBezTo>
                    <a:pt x="3739" y="276"/>
                    <a:pt x="3449" y="391"/>
                    <a:pt x="3124" y="402"/>
                  </a:cubicBezTo>
                  <a:cubicBezTo>
                    <a:pt x="3105" y="403"/>
                    <a:pt x="3084" y="403"/>
                    <a:pt x="3060" y="403"/>
                  </a:cubicBezTo>
                  <a:cubicBezTo>
                    <a:pt x="2825" y="403"/>
                    <a:pt x="2404" y="356"/>
                    <a:pt x="2404" y="207"/>
                  </a:cubicBezTo>
                  <a:lnTo>
                    <a:pt x="2404" y="2"/>
                  </a:lnTo>
                  <a:cubicBezTo>
                    <a:pt x="2268" y="64"/>
                    <a:pt x="1947" y="1283"/>
                    <a:pt x="1377" y="1804"/>
                  </a:cubicBezTo>
                  <a:cubicBezTo>
                    <a:pt x="924" y="2218"/>
                    <a:pt x="303" y="2699"/>
                    <a:pt x="145" y="3160"/>
                  </a:cubicBezTo>
                  <a:cubicBezTo>
                    <a:pt x="0" y="3586"/>
                    <a:pt x="791" y="3841"/>
                    <a:pt x="1267" y="3841"/>
                  </a:cubicBezTo>
                  <a:cubicBezTo>
                    <a:pt x="1328" y="3841"/>
                    <a:pt x="1384" y="3837"/>
                    <a:pt x="1432" y="3828"/>
                  </a:cubicBezTo>
                  <a:cubicBezTo>
                    <a:pt x="1924" y="3743"/>
                    <a:pt x="2780" y="3395"/>
                    <a:pt x="2992" y="3074"/>
                  </a:cubicBezTo>
                  <a:cubicBezTo>
                    <a:pt x="3206" y="2750"/>
                    <a:pt x="3309" y="2275"/>
                    <a:pt x="3483" y="2040"/>
                  </a:cubicBezTo>
                  <a:cubicBezTo>
                    <a:pt x="3657" y="1804"/>
                    <a:pt x="4060" y="1542"/>
                    <a:pt x="4152" y="1269"/>
                  </a:cubicBezTo>
                  <a:cubicBezTo>
                    <a:pt x="4203" y="1119"/>
                    <a:pt x="4142" y="791"/>
                    <a:pt x="4071" y="514"/>
                  </a:cubicBezTo>
                  <a:cubicBezTo>
                    <a:pt x="4004" y="269"/>
                    <a:pt x="3936" y="1"/>
                    <a:pt x="385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6937;p41"/>
            <p:cNvSpPr/>
            <p:nvPr/>
          </p:nvSpPr>
          <p:spPr>
            <a:xfrm>
              <a:off x="4647525" y="2709525"/>
              <a:ext cx="137475" cy="70475"/>
            </a:xfrm>
            <a:custGeom>
              <a:avLst/>
              <a:gdLst/>
              <a:ahLst/>
              <a:cxnLst/>
              <a:rect l="l" t="t" r="r" b="b"/>
              <a:pathLst>
                <a:path w="5499" h="2819" extrusionOk="0">
                  <a:moveTo>
                    <a:pt x="4951" y="1"/>
                  </a:moveTo>
                  <a:cubicBezTo>
                    <a:pt x="4948" y="1"/>
                    <a:pt x="4945" y="1"/>
                    <a:pt x="4942" y="2"/>
                  </a:cubicBezTo>
                  <a:lnTo>
                    <a:pt x="4945" y="128"/>
                  </a:lnTo>
                  <a:cubicBezTo>
                    <a:pt x="4833" y="299"/>
                    <a:pt x="4422" y="403"/>
                    <a:pt x="4044" y="403"/>
                  </a:cubicBezTo>
                  <a:cubicBezTo>
                    <a:pt x="3840" y="403"/>
                    <a:pt x="3645" y="373"/>
                    <a:pt x="3512" y="306"/>
                  </a:cubicBezTo>
                  <a:lnTo>
                    <a:pt x="3505" y="84"/>
                  </a:lnTo>
                  <a:cubicBezTo>
                    <a:pt x="3430" y="84"/>
                    <a:pt x="3369" y="189"/>
                    <a:pt x="3205" y="370"/>
                  </a:cubicBezTo>
                  <a:cubicBezTo>
                    <a:pt x="3003" y="586"/>
                    <a:pt x="2680" y="818"/>
                    <a:pt x="2355" y="978"/>
                  </a:cubicBezTo>
                  <a:cubicBezTo>
                    <a:pt x="1815" y="1248"/>
                    <a:pt x="768" y="1664"/>
                    <a:pt x="297" y="1876"/>
                  </a:cubicBezTo>
                  <a:cubicBezTo>
                    <a:pt x="0" y="2009"/>
                    <a:pt x="13" y="2367"/>
                    <a:pt x="321" y="2572"/>
                  </a:cubicBezTo>
                  <a:cubicBezTo>
                    <a:pt x="522" y="2708"/>
                    <a:pt x="916" y="2818"/>
                    <a:pt x="1417" y="2818"/>
                  </a:cubicBezTo>
                  <a:cubicBezTo>
                    <a:pt x="1672" y="2818"/>
                    <a:pt x="1954" y="2790"/>
                    <a:pt x="2253" y="2722"/>
                  </a:cubicBezTo>
                  <a:cubicBezTo>
                    <a:pt x="2724" y="2619"/>
                    <a:pt x="3333" y="2192"/>
                    <a:pt x="3734" y="2192"/>
                  </a:cubicBezTo>
                  <a:cubicBezTo>
                    <a:pt x="3744" y="2192"/>
                    <a:pt x="3755" y="2192"/>
                    <a:pt x="3765" y="2193"/>
                  </a:cubicBezTo>
                  <a:cubicBezTo>
                    <a:pt x="3860" y="2199"/>
                    <a:pt x="3974" y="2203"/>
                    <a:pt x="4098" y="2203"/>
                  </a:cubicBezTo>
                  <a:cubicBezTo>
                    <a:pt x="4492" y="2203"/>
                    <a:pt x="4978" y="2162"/>
                    <a:pt x="5202" y="2009"/>
                  </a:cubicBezTo>
                  <a:cubicBezTo>
                    <a:pt x="5498" y="1804"/>
                    <a:pt x="5379" y="1374"/>
                    <a:pt x="5297" y="1002"/>
                  </a:cubicBezTo>
                  <a:cubicBezTo>
                    <a:pt x="5207" y="604"/>
                    <a:pt x="5081" y="1"/>
                    <a:pt x="49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6938;p41"/>
            <p:cNvSpPr/>
            <p:nvPr/>
          </p:nvSpPr>
          <p:spPr>
            <a:xfrm>
              <a:off x="4495725" y="2007750"/>
              <a:ext cx="372125" cy="164025"/>
            </a:xfrm>
            <a:custGeom>
              <a:avLst/>
              <a:gdLst/>
              <a:ahLst/>
              <a:cxnLst/>
              <a:rect l="l" t="t" r="r" b="b"/>
              <a:pathLst>
                <a:path w="14885" h="6561" extrusionOk="0">
                  <a:moveTo>
                    <a:pt x="14195" y="1"/>
                  </a:moveTo>
                  <a:lnTo>
                    <a:pt x="9751" y="4599"/>
                  </a:lnTo>
                  <a:cubicBezTo>
                    <a:pt x="9751" y="4599"/>
                    <a:pt x="5854" y="3899"/>
                    <a:pt x="4519" y="3520"/>
                  </a:cubicBezTo>
                  <a:cubicBezTo>
                    <a:pt x="4099" y="3397"/>
                    <a:pt x="3806" y="2773"/>
                    <a:pt x="3714" y="2288"/>
                  </a:cubicBezTo>
                  <a:cubicBezTo>
                    <a:pt x="3622" y="1803"/>
                    <a:pt x="3379" y="1656"/>
                    <a:pt x="3379" y="1656"/>
                  </a:cubicBezTo>
                  <a:cubicBezTo>
                    <a:pt x="3379" y="1656"/>
                    <a:pt x="3369" y="1998"/>
                    <a:pt x="3291" y="2565"/>
                  </a:cubicBezTo>
                  <a:cubicBezTo>
                    <a:pt x="3256" y="2810"/>
                    <a:pt x="2870" y="2841"/>
                    <a:pt x="2530" y="2913"/>
                  </a:cubicBezTo>
                  <a:cubicBezTo>
                    <a:pt x="1304" y="3175"/>
                    <a:pt x="895" y="2905"/>
                    <a:pt x="393" y="3264"/>
                  </a:cubicBezTo>
                  <a:cubicBezTo>
                    <a:pt x="0" y="3544"/>
                    <a:pt x="488" y="4264"/>
                    <a:pt x="1380" y="4510"/>
                  </a:cubicBezTo>
                  <a:cubicBezTo>
                    <a:pt x="2632" y="4851"/>
                    <a:pt x="3321" y="4680"/>
                    <a:pt x="4083" y="4868"/>
                  </a:cubicBezTo>
                  <a:cubicBezTo>
                    <a:pt x="4669" y="5015"/>
                    <a:pt x="8895" y="6342"/>
                    <a:pt x="9700" y="6517"/>
                  </a:cubicBezTo>
                  <a:cubicBezTo>
                    <a:pt x="9821" y="6544"/>
                    <a:pt x="9933" y="6561"/>
                    <a:pt x="10043" y="6561"/>
                  </a:cubicBezTo>
                  <a:cubicBezTo>
                    <a:pt x="10321" y="6561"/>
                    <a:pt x="10581" y="6452"/>
                    <a:pt x="10912" y="6124"/>
                  </a:cubicBezTo>
                  <a:cubicBezTo>
                    <a:pt x="11373" y="5667"/>
                    <a:pt x="14884" y="2609"/>
                    <a:pt x="14884" y="2609"/>
                  </a:cubicBezTo>
                  <a:lnTo>
                    <a:pt x="14195" y="1"/>
                  </a:lnTo>
                  <a:close/>
                </a:path>
              </a:pathLst>
            </a:custGeom>
            <a:solidFill>
              <a:srgbClr val="FFA8A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6939;p41"/>
            <p:cNvSpPr/>
            <p:nvPr/>
          </p:nvSpPr>
          <p:spPr>
            <a:xfrm>
              <a:off x="4768925" y="2003700"/>
              <a:ext cx="123425" cy="120050"/>
            </a:xfrm>
            <a:custGeom>
              <a:avLst/>
              <a:gdLst/>
              <a:ahLst/>
              <a:cxnLst/>
              <a:rect l="l" t="t" r="r" b="b"/>
              <a:pathLst>
                <a:path w="4937" h="4802" extrusionOk="0">
                  <a:moveTo>
                    <a:pt x="3434" y="0"/>
                  </a:moveTo>
                  <a:cubicBezTo>
                    <a:pt x="2870" y="0"/>
                    <a:pt x="1" y="3426"/>
                    <a:pt x="1" y="3426"/>
                  </a:cubicBezTo>
                  <a:lnTo>
                    <a:pt x="1639" y="4802"/>
                  </a:lnTo>
                  <a:cubicBezTo>
                    <a:pt x="1639" y="4802"/>
                    <a:pt x="3758" y="3412"/>
                    <a:pt x="4134" y="2856"/>
                  </a:cubicBezTo>
                  <a:cubicBezTo>
                    <a:pt x="4509" y="2300"/>
                    <a:pt x="4936" y="372"/>
                    <a:pt x="3462" y="3"/>
                  </a:cubicBezTo>
                  <a:cubicBezTo>
                    <a:pt x="3453" y="1"/>
                    <a:pt x="3444" y="0"/>
                    <a:pt x="3434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6940;p41"/>
            <p:cNvSpPr/>
            <p:nvPr/>
          </p:nvSpPr>
          <p:spPr>
            <a:xfrm>
              <a:off x="4805875" y="2040200"/>
              <a:ext cx="75025" cy="93200"/>
            </a:xfrm>
            <a:custGeom>
              <a:avLst/>
              <a:gdLst/>
              <a:ahLst/>
              <a:cxnLst/>
              <a:rect l="l" t="t" r="r" b="b"/>
              <a:pathLst>
                <a:path w="3001" h="3728" extrusionOk="0">
                  <a:moveTo>
                    <a:pt x="2755" y="0"/>
                  </a:moveTo>
                  <a:cubicBezTo>
                    <a:pt x="2755" y="1"/>
                    <a:pt x="2809" y="779"/>
                    <a:pt x="2608" y="1201"/>
                  </a:cubicBezTo>
                  <a:cubicBezTo>
                    <a:pt x="2505" y="1420"/>
                    <a:pt x="267" y="3427"/>
                    <a:pt x="267" y="3427"/>
                  </a:cubicBezTo>
                  <a:lnTo>
                    <a:pt x="161" y="3342"/>
                  </a:lnTo>
                  <a:lnTo>
                    <a:pt x="1" y="3482"/>
                  </a:lnTo>
                  <a:lnTo>
                    <a:pt x="267" y="3727"/>
                  </a:lnTo>
                  <a:lnTo>
                    <a:pt x="544" y="3471"/>
                  </a:lnTo>
                  <a:cubicBezTo>
                    <a:pt x="816" y="3215"/>
                    <a:pt x="2526" y="1727"/>
                    <a:pt x="2762" y="1201"/>
                  </a:cubicBezTo>
                  <a:cubicBezTo>
                    <a:pt x="3001" y="679"/>
                    <a:pt x="2755" y="1"/>
                    <a:pt x="2755" y="0"/>
                  </a:cubicBezTo>
                  <a:close/>
                </a:path>
              </a:pathLst>
            </a:custGeom>
            <a:solidFill>
              <a:srgbClr val="27DEB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6941;p41"/>
            <p:cNvSpPr/>
            <p:nvPr/>
          </p:nvSpPr>
          <p:spPr>
            <a:xfrm>
              <a:off x="4805875" y="2040200"/>
              <a:ext cx="71700" cy="93200"/>
            </a:xfrm>
            <a:custGeom>
              <a:avLst/>
              <a:gdLst/>
              <a:ahLst/>
              <a:cxnLst/>
              <a:rect l="l" t="t" r="r" b="b"/>
              <a:pathLst>
                <a:path w="2868" h="3728" extrusionOk="0">
                  <a:moveTo>
                    <a:pt x="2755" y="0"/>
                  </a:moveTo>
                  <a:cubicBezTo>
                    <a:pt x="2755" y="0"/>
                    <a:pt x="2762" y="95"/>
                    <a:pt x="2762" y="243"/>
                  </a:cubicBezTo>
                  <a:cubicBezTo>
                    <a:pt x="2762" y="505"/>
                    <a:pt x="2738" y="928"/>
                    <a:pt x="2608" y="1201"/>
                  </a:cubicBezTo>
                  <a:cubicBezTo>
                    <a:pt x="2505" y="1420"/>
                    <a:pt x="267" y="3427"/>
                    <a:pt x="267" y="3427"/>
                  </a:cubicBezTo>
                  <a:lnTo>
                    <a:pt x="161" y="3342"/>
                  </a:lnTo>
                  <a:lnTo>
                    <a:pt x="38" y="3447"/>
                  </a:lnTo>
                  <a:lnTo>
                    <a:pt x="1" y="3482"/>
                  </a:lnTo>
                  <a:lnTo>
                    <a:pt x="267" y="3727"/>
                  </a:lnTo>
                  <a:lnTo>
                    <a:pt x="544" y="3471"/>
                  </a:lnTo>
                  <a:cubicBezTo>
                    <a:pt x="816" y="3215"/>
                    <a:pt x="2526" y="1727"/>
                    <a:pt x="2762" y="1201"/>
                  </a:cubicBezTo>
                  <a:cubicBezTo>
                    <a:pt x="2840" y="1031"/>
                    <a:pt x="2864" y="843"/>
                    <a:pt x="2867" y="669"/>
                  </a:cubicBezTo>
                  <a:cubicBezTo>
                    <a:pt x="2867" y="308"/>
                    <a:pt x="2755" y="1"/>
                    <a:pt x="2755" y="0"/>
                  </a:cubicBezTo>
                  <a:close/>
                </a:path>
              </a:pathLst>
            </a:custGeom>
            <a:solidFill>
              <a:srgbClr val="1FB29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6942;p41"/>
            <p:cNvSpPr/>
            <p:nvPr/>
          </p:nvSpPr>
          <p:spPr>
            <a:xfrm>
              <a:off x="4494925" y="1869425"/>
              <a:ext cx="62325" cy="79075"/>
            </a:xfrm>
            <a:custGeom>
              <a:avLst/>
              <a:gdLst/>
              <a:ahLst/>
              <a:cxnLst/>
              <a:rect l="l" t="t" r="r" b="b"/>
              <a:pathLst>
                <a:path w="2493" h="3163" extrusionOk="0">
                  <a:moveTo>
                    <a:pt x="2334" y="1"/>
                  </a:moveTo>
                  <a:cubicBezTo>
                    <a:pt x="2193" y="1"/>
                    <a:pt x="1891" y="285"/>
                    <a:pt x="1462" y="332"/>
                  </a:cubicBezTo>
                  <a:cubicBezTo>
                    <a:pt x="950" y="387"/>
                    <a:pt x="81" y="647"/>
                    <a:pt x="32" y="1657"/>
                  </a:cubicBezTo>
                  <a:cubicBezTo>
                    <a:pt x="0" y="2288"/>
                    <a:pt x="142" y="3162"/>
                    <a:pt x="653" y="3162"/>
                  </a:cubicBezTo>
                  <a:cubicBezTo>
                    <a:pt x="800" y="3162"/>
                    <a:pt x="977" y="3090"/>
                    <a:pt x="1190" y="2920"/>
                  </a:cubicBezTo>
                  <a:cubicBezTo>
                    <a:pt x="1510" y="2664"/>
                    <a:pt x="1497" y="1920"/>
                    <a:pt x="1538" y="1548"/>
                  </a:cubicBezTo>
                  <a:cubicBezTo>
                    <a:pt x="1585" y="1104"/>
                    <a:pt x="1667" y="794"/>
                    <a:pt x="1667" y="794"/>
                  </a:cubicBezTo>
                  <a:cubicBezTo>
                    <a:pt x="1667" y="794"/>
                    <a:pt x="2261" y="531"/>
                    <a:pt x="2398" y="373"/>
                  </a:cubicBezTo>
                  <a:cubicBezTo>
                    <a:pt x="2463" y="296"/>
                    <a:pt x="2493" y="121"/>
                    <a:pt x="2384" y="19"/>
                  </a:cubicBezTo>
                  <a:cubicBezTo>
                    <a:pt x="2370" y="6"/>
                    <a:pt x="2354" y="1"/>
                    <a:pt x="2334" y="1"/>
                  </a:cubicBezTo>
                  <a:close/>
                </a:path>
              </a:pathLst>
            </a:custGeom>
            <a:solidFill>
              <a:srgbClr val="F28F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50299860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627F9596-BA75-412D-B57C-1C17131A5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347"/>
            <a:ext cx="12192000" cy="685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CDAE3F-8C9A-4763-A051-83A009CBE7C9}"/>
              </a:ext>
            </a:extLst>
          </p:cNvPr>
          <p:cNvSpPr txBox="1"/>
          <p:nvPr/>
        </p:nvSpPr>
        <p:spPr>
          <a:xfrm>
            <a:off x="0" y="150790"/>
            <a:ext cx="27931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KESIMPULAN</a:t>
            </a:r>
            <a:endParaRPr lang="en-US" sz="2800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14400" y="12818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0" y="734842"/>
            <a:ext cx="12015387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Telah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dihasilkan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Informasi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Manajemen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Sekaa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Teruni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Yowana</a:t>
            </a:r>
            <a:r>
              <a:rPr lang="en-US" dirty="0">
                <a:solidFill>
                  <a:schemeClr val="bg1"/>
                </a:solidFill>
              </a:rPr>
              <a:t> Tapa Yoga </a:t>
            </a:r>
            <a:r>
              <a:rPr lang="en-US" dirty="0" err="1">
                <a:solidFill>
                  <a:schemeClr val="bg1"/>
                </a:solidFill>
              </a:rPr>
              <a:t>Menggunakan</a:t>
            </a:r>
            <a:r>
              <a:rPr lang="en-US" dirty="0">
                <a:solidFill>
                  <a:schemeClr val="bg1"/>
                </a:solidFill>
              </a:rPr>
              <a:t> Framework </a:t>
            </a:r>
            <a:r>
              <a:rPr lang="en-US" dirty="0" err="1">
                <a:solidFill>
                  <a:schemeClr val="bg1"/>
                </a:solidFill>
              </a:rPr>
              <a:t>Codeigniter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berbasis</a:t>
            </a:r>
            <a:r>
              <a:rPr lang="en-US" dirty="0">
                <a:solidFill>
                  <a:schemeClr val="bg1"/>
                </a:solidFill>
              </a:rPr>
              <a:t> web.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melalui</a:t>
            </a:r>
            <a:r>
              <a:rPr lang="en-US" dirty="0">
                <a:solidFill>
                  <a:schemeClr val="bg1"/>
                </a:solidFill>
              </a:rPr>
              <a:t> proses </a:t>
            </a:r>
            <a:r>
              <a:rPr lang="en-US" dirty="0" err="1">
                <a:solidFill>
                  <a:schemeClr val="bg1"/>
                </a:solidFill>
              </a:rPr>
              <a:t>perancangan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mengguanakan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Data Flow Diagram</a:t>
            </a:r>
            <a:r>
              <a:rPr lang="en-US" dirty="0">
                <a:solidFill>
                  <a:schemeClr val="bg1"/>
                </a:solidFill>
              </a:rPr>
              <a:t> (DFD) </a:t>
            </a:r>
            <a:r>
              <a:rPr lang="en-US" dirty="0" err="1">
                <a:solidFill>
                  <a:schemeClr val="bg1"/>
                </a:solidFill>
              </a:rPr>
              <a:t>serta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perancangan</a:t>
            </a:r>
            <a:r>
              <a:rPr lang="en-US" dirty="0">
                <a:solidFill>
                  <a:schemeClr val="bg1"/>
                </a:solidFill>
              </a:rPr>
              <a:t> basis data </a:t>
            </a:r>
            <a:r>
              <a:rPr lang="en-US" dirty="0" err="1">
                <a:solidFill>
                  <a:schemeClr val="bg1"/>
                </a:solidFill>
              </a:rPr>
              <a:t>dengan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menggunakan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Entity Relationship Diagram</a:t>
            </a:r>
            <a:r>
              <a:rPr lang="en-US" dirty="0">
                <a:solidFill>
                  <a:schemeClr val="bg1"/>
                </a:solidFill>
              </a:rPr>
              <a:t> (ERD), Basis Data </a:t>
            </a:r>
            <a:r>
              <a:rPr lang="en-US" dirty="0" err="1">
                <a:solidFill>
                  <a:schemeClr val="bg1"/>
                </a:solidFill>
              </a:rPr>
              <a:t>Konseptual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Struktur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Tabel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untuk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mengelola</a:t>
            </a:r>
            <a:r>
              <a:rPr lang="en-US" dirty="0">
                <a:solidFill>
                  <a:schemeClr val="bg1"/>
                </a:solidFill>
              </a:rPr>
              <a:t> data </a:t>
            </a:r>
            <a:r>
              <a:rPr lang="en-US" i="1" dirty="0">
                <a:solidFill>
                  <a:schemeClr val="bg1"/>
                </a:solidFill>
              </a:rPr>
              <a:t>user</a:t>
            </a:r>
            <a:r>
              <a:rPr lang="en-US" dirty="0">
                <a:solidFill>
                  <a:schemeClr val="bg1"/>
                </a:solidFill>
              </a:rPr>
              <a:t>, data </a:t>
            </a:r>
            <a:r>
              <a:rPr lang="en-US" dirty="0" err="1">
                <a:solidFill>
                  <a:schemeClr val="bg1"/>
                </a:solidFill>
              </a:rPr>
              <a:t>pengumuman</a:t>
            </a:r>
            <a:r>
              <a:rPr lang="en-US" dirty="0">
                <a:solidFill>
                  <a:schemeClr val="bg1"/>
                </a:solidFill>
              </a:rPr>
              <a:t>, data </a:t>
            </a:r>
            <a:r>
              <a:rPr lang="en-US" dirty="0" err="1">
                <a:solidFill>
                  <a:schemeClr val="bg1"/>
                </a:solidFill>
              </a:rPr>
              <a:t>galeri</a:t>
            </a:r>
            <a:r>
              <a:rPr lang="en-US" dirty="0">
                <a:solidFill>
                  <a:schemeClr val="bg1"/>
                </a:solidFill>
              </a:rPr>
              <a:t>, data </a:t>
            </a:r>
            <a:r>
              <a:rPr lang="en-US" dirty="0" err="1">
                <a:solidFill>
                  <a:schemeClr val="bg1"/>
                </a:solidFill>
              </a:rPr>
              <a:t>kegiatan</a:t>
            </a:r>
            <a:r>
              <a:rPr lang="en-US" dirty="0">
                <a:solidFill>
                  <a:schemeClr val="bg1"/>
                </a:solidFill>
              </a:rPr>
              <a:t>, data </a:t>
            </a:r>
            <a:r>
              <a:rPr lang="en-US" dirty="0" err="1">
                <a:solidFill>
                  <a:schemeClr val="bg1"/>
                </a:solidFill>
              </a:rPr>
              <a:t>absensi</a:t>
            </a:r>
            <a:r>
              <a:rPr lang="en-US" dirty="0">
                <a:solidFill>
                  <a:schemeClr val="bg1"/>
                </a:solidFill>
              </a:rPr>
              <a:t>, data </a:t>
            </a:r>
            <a:r>
              <a:rPr lang="en-US" dirty="0" err="1">
                <a:solidFill>
                  <a:schemeClr val="bg1"/>
                </a:solidFill>
              </a:rPr>
              <a:t>pembayaran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data </a:t>
            </a:r>
            <a:r>
              <a:rPr lang="en-US" dirty="0" err="1" smtClean="0">
                <a:solidFill>
                  <a:schemeClr val="bg1"/>
                </a:solidFill>
              </a:rPr>
              <a:t>kas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Informasi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Manajemen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Sekaa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Teruna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Teruni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Yowana</a:t>
            </a:r>
            <a:r>
              <a:rPr lang="en-US" dirty="0">
                <a:solidFill>
                  <a:schemeClr val="bg1"/>
                </a:solidFill>
              </a:rPr>
              <a:t> Tapa Yoga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diuji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menggunakan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pengujian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Blackbox</a:t>
            </a:r>
            <a:r>
              <a:rPr lang="en-US" i="1" dirty="0">
                <a:solidFill>
                  <a:schemeClr val="bg1"/>
                </a:solidFill>
              </a:rPr>
              <a:t> Testing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mengisi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empat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belas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kelas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uji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digunakan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telah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berjalan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sesuai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dengan</a:t>
            </a:r>
            <a:r>
              <a:rPr lang="en-US" dirty="0">
                <a:solidFill>
                  <a:schemeClr val="bg1"/>
                </a:solidFill>
              </a:rPr>
              <a:t> yang </a:t>
            </a:r>
            <a:r>
              <a:rPr lang="en-US" dirty="0" err="1">
                <a:solidFill>
                  <a:schemeClr val="bg1"/>
                </a:solidFill>
              </a:rPr>
              <a:t>diharapkan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FCCDAE3F-8C9A-4763-A051-83A009CBE7C9}"/>
              </a:ext>
            </a:extLst>
          </p:cNvPr>
          <p:cNvSpPr txBox="1"/>
          <p:nvPr/>
        </p:nvSpPr>
        <p:spPr>
          <a:xfrm>
            <a:off x="0" y="3440347"/>
            <a:ext cx="1580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chemeClr val="bg1"/>
                </a:solidFill>
                <a:latin typeface="Montserrat ExtraBold" panose="00000900000000000000" pitchFamily="2" charset="0"/>
              </a:rPr>
              <a:t>SARAN</a:t>
            </a:r>
            <a:endParaRPr lang="en-US" sz="2800" dirty="0">
              <a:solidFill>
                <a:schemeClr val="bg1"/>
              </a:solidFill>
              <a:latin typeface="Montserrat ExtraBold" panose="00000900000000000000" pitchFamily="2" charset="0"/>
            </a:endParaRPr>
          </a:p>
        </p:txBody>
      </p:sp>
      <p:sp>
        <p:nvSpPr>
          <p:cNvPr id="108" name="TextBox 107"/>
          <p:cNvSpPr txBox="1"/>
          <p:nvPr/>
        </p:nvSpPr>
        <p:spPr>
          <a:xfrm>
            <a:off x="0" y="4083749"/>
            <a:ext cx="12015387" cy="25423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bisa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dikembangkan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menjadi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berbasis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mobile </a:t>
            </a:r>
            <a:r>
              <a:rPr lang="en-US" dirty="0">
                <a:solidFill>
                  <a:schemeClr val="bg1"/>
                </a:solidFill>
              </a:rPr>
              <a:t>agar </a:t>
            </a:r>
            <a:r>
              <a:rPr lang="en-US" dirty="0" err="1">
                <a:solidFill>
                  <a:schemeClr val="bg1"/>
                </a:solidFill>
              </a:rPr>
              <a:t>lebih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mudah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fleksibel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dalam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 smtClean="0">
                <a:solidFill>
                  <a:schemeClr val="bg1"/>
                </a:solidFill>
              </a:rPr>
              <a:t>penggunaannya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Menambahkan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pengujian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seperti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Whitebox</a:t>
            </a:r>
            <a:r>
              <a:rPr lang="en-US" i="1" dirty="0">
                <a:solidFill>
                  <a:schemeClr val="bg1"/>
                </a:solidFill>
              </a:rPr>
              <a:t> Testing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Menambahkan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metode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pengujian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seperti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Whitebox</a:t>
            </a:r>
            <a:r>
              <a:rPr lang="en-US" i="1" dirty="0">
                <a:solidFill>
                  <a:schemeClr val="bg1"/>
                </a:solidFill>
              </a:rPr>
              <a:t> </a:t>
            </a:r>
            <a:r>
              <a:rPr lang="en-US" i="1" dirty="0" smtClean="0">
                <a:solidFill>
                  <a:schemeClr val="bg1"/>
                </a:solidFill>
              </a:rPr>
              <a:t>Testing.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Berlangganan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penyedia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jasa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web hosting</a:t>
            </a:r>
            <a:r>
              <a:rPr lang="en-US" dirty="0">
                <a:solidFill>
                  <a:schemeClr val="bg1"/>
                </a:solidFill>
              </a:rPr>
              <a:t> agar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ini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tidak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hanya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dijalankan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>
                <a:solidFill>
                  <a:schemeClr val="bg1"/>
                </a:solidFill>
              </a:rPr>
              <a:t>localhost</a:t>
            </a:r>
            <a:r>
              <a:rPr lang="en-US" dirty="0" smtClean="0">
                <a:solidFill>
                  <a:schemeClr val="bg1"/>
                </a:solidFill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n-US" dirty="0" err="1">
                <a:solidFill>
                  <a:schemeClr val="bg1"/>
                </a:solidFill>
              </a:rPr>
              <a:t>Menerapkan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protokol</a:t>
            </a:r>
            <a:r>
              <a:rPr lang="en-US" dirty="0">
                <a:solidFill>
                  <a:schemeClr val="bg1"/>
                </a:solidFill>
              </a:rPr>
              <a:t> HTTPS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server agar proses </a:t>
            </a:r>
            <a:r>
              <a:rPr lang="en-US" dirty="0" err="1">
                <a:solidFill>
                  <a:schemeClr val="bg1"/>
                </a:solidFill>
              </a:rPr>
              <a:t>komunikasi</a:t>
            </a:r>
            <a:r>
              <a:rPr lang="en-US" dirty="0">
                <a:solidFill>
                  <a:schemeClr val="bg1"/>
                </a:solidFill>
              </a:rPr>
              <a:t> data </a:t>
            </a:r>
            <a:r>
              <a:rPr lang="en-US" dirty="0" err="1">
                <a:solidFill>
                  <a:schemeClr val="bg1"/>
                </a:solidFill>
              </a:rPr>
              <a:t>pada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sistem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dapat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diamankan</a:t>
            </a:r>
            <a:r>
              <a:rPr lang="en-US" dirty="0">
                <a:solidFill>
                  <a:schemeClr val="bg1"/>
                </a:solidFill>
              </a:rPr>
              <a:t>.</a:t>
            </a:r>
            <a:endParaRPr lang="en-US" dirty="0" smtClean="0">
              <a:solidFill>
                <a:schemeClr val="bg1"/>
              </a:solidFill>
            </a:endParaRP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9721133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9774550-587C-4142-AE34-3D6C8FF4F0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98"/>
          <a:stretch>
            <a:fillRect/>
          </a:stretch>
        </p:blipFill>
        <p:spPr>
          <a:xfrm>
            <a:off x="-1" y="0"/>
            <a:ext cx="12657909" cy="8969252"/>
          </a:xfrm>
          <a:custGeom>
            <a:avLst/>
            <a:gdLst>
              <a:gd name="connsiteX0" fmla="*/ 0 w 12657909"/>
              <a:gd name="connsiteY0" fmla="*/ 0 h 8969252"/>
              <a:gd name="connsiteX1" fmla="*/ 12657909 w 12657909"/>
              <a:gd name="connsiteY1" fmla="*/ 0 h 8969252"/>
              <a:gd name="connsiteX2" fmla="*/ 12657909 w 12657909"/>
              <a:gd name="connsiteY2" fmla="*/ 6857999 h 8969252"/>
              <a:gd name="connsiteX3" fmla="*/ 1 w 12657909"/>
              <a:gd name="connsiteY3" fmla="*/ 6857999 h 8969252"/>
              <a:gd name="connsiteX4" fmla="*/ 1 w 12657909"/>
              <a:gd name="connsiteY4" fmla="*/ 8969252 h 8969252"/>
              <a:gd name="connsiteX5" fmla="*/ 0 w 12657909"/>
              <a:gd name="connsiteY5" fmla="*/ 8969252 h 8969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657909" h="8969252">
                <a:moveTo>
                  <a:pt x="0" y="0"/>
                </a:moveTo>
                <a:lnTo>
                  <a:pt x="12657909" y="0"/>
                </a:lnTo>
                <a:lnTo>
                  <a:pt x="12657909" y="6857999"/>
                </a:lnTo>
                <a:lnTo>
                  <a:pt x="1" y="6857999"/>
                </a:lnTo>
                <a:lnTo>
                  <a:pt x="1" y="8969252"/>
                </a:lnTo>
                <a:lnTo>
                  <a:pt x="0" y="8969252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C8010B5-0020-4EC9-86FE-85105D9BA534}"/>
              </a:ext>
            </a:extLst>
          </p:cNvPr>
          <p:cNvSpPr/>
          <p:nvPr/>
        </p:nvSpPr>
        <p:spPr>
          <a:xfrm>
            <a:off x="-2" y="0"/>
            <a:ext cx="12657909" cy="6858000"/>
          </a:xfrm>
          <a:prstGeom prst="rect">
            <a:avLst/>
          </a:prstGeom>
          <a:blipFill dpi="0" rotWithShape="1">
            <a:blip r:embed="rId3">
              <a:alphaModFix amt="77000"/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0" dirty="0">
              <a:latin typeface="Montserrat Black" panose="00000A00000000000000" pitchFamily="2" charset="0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224AEEC-1950-4984-B2B9-61A3984A6D13}"/>
              </a:ext>
            </a:extLst>
          </p:cNvPr>
          <p:cNvSpPr/>
          <p:nvPr/>
        </p:nvSpPr>
        <p:spPr>
          <a:xfrm>
            <a:off x="0" y="0"/>
            <a:ext cx="2829780" cy="2416628"/>
          </a:xfrm>
          <a:custGeom>
            <a:avLst/>
            <a:gdLst>
              <a:gd name="connsiteX0" fmla="*/ 0 w 2829780"/>
              <a:gd name="connsiteY0" fmla="*/ 0 h 2416628"/>
              <a:gd name="connsiteX1" fmla="*/ 2684085 w 2829780"/>
              <a:gd name="connsiteY1" fmla="*/ 0 h 2416628"/>
              <a:gd name="connsiteX2" fmla="*/ 2694276 w 2829780"/>
              <a:gd name="connsiteY2" fmla="*/ 21157 h 2416628"/>
              <a:gd name="connsiteX3" fmla="*/ 2829780 w 2829780"/>
              <a:gd name="connsiteY3" fmla="*/ 692331 h 2416628"/>
              <a:gd name="connsiteX4" fmla="*/ 1105483 w 2829780"/>
              <a:gd name="connsiteY4" fmla="*/ 2416628 h 2416628"/>
              <a:gd name="connsiteX5" fmla="*/ 8670 w 2829780"/>
              <a:gd name="connsiteY5" fmla="*/ 2022882 h 2416628"/>
              <a:gd name="connsiteX6" fmla="*/ 0 w 2829780"/>
              <a:gd name="connsiteY6" fmla="*/ 2015003 h 2416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29780" h="2416628">
                <a:moveTo>
                  <a:pt x="0" y="0"/>
                </a:moveTo>
                <a:lnTo>
                  <a:pt x="2684085" y="0"/>
                </a:lnTo>
                <a:lnTo>
                  <a:pt x="2694276" y="21157"/>
                </a:lnTo>
                <a:cubicBezTo>
                  <a:pt x="2781530" y="227449"/>
                  <a:pt x="2829780" y="454255"/>
                  <a:pt x="2829780" y="692331"/>
                </a:cubicBezTo>
                <a:cubicBezTo>
                  <a:pt x="2829780" y="1644634"/>
                  <a:pt x="2057786" y="2416628"/>
                  <a:pt x="1105483" y="2416628"/>
                </a:cubicBezTo>
                <a:cubicBezTo>
                  <a:pt x="688851" y="2416628"/>
                  <a:pt x="306730" y="2268864"/>
                  <a:pt x="8670" y="2022882"/>
                </a:cubicBezTo>
                <a:lnTo>
                  <a:pt x="0" y="20150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A739C7F-97C4-4F03-8AF0-FA58BBD23C12}"/>
              </a:ext>
            </a:extLst>
          </p:cNvPr>
          <p:cNvSpPr txBox="1"/>
          <p:nvPr/>
        </p:nvSpPr>
        <p:spPr>
          <a:xfrm>
            <a:off x="3065823" y="2834639"/>
            <a:ext cx="727996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bg1"/>
                </a:solidFill>
                <a:latin typeface="Montserrat Black" panose="00000A00000000000000" pitchFamily="2" charset="0"/>
              </a:rPr>
              <a:t>THANKYOU</a:t>
            </a:r>
            <a:endParaRPr lang="en-US" sz="8000" dirty="0">
              <a:solidFill>
                <a:schemeClr val="bg1"/>
              </a:solidFill>
              <a:latin typeface="Montserrat Black" panose="00000A00000000000000" pitchFamily="2" charset="0"/>
            </a:endParaRPr>
          </a:p>
          <a:p>
            <a:endParaRPr lang="en-US" sz="8000" dirty="0">
              <a:solidFill>
                <a:schemeClr val="bg1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0648AAB-F530-4454-8E76-D17A4B5A7BA5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156" y="117564"/>
            <a:ext cx="1398972" cy="175042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9EAC859-32B7-4C2B-AA08-9A951AD6E81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9994" y="2416628"/>
            <a:ext cx="678964" cy="678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45185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535</TotalTime>
  <Words>380</Words>
  <Application>Microsoft Office PowerPoint</Application>
  <PresentationFormat>Widescreen</PresentationFormat>
  <Paragraphs>65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Arial</vt:lpstr>
      <vt:lpstr>Calibri</vt:lpstr>
      <vt:lpstr>Calibri Light</vt:lpstr>
      <vt:lpstr>Gilroy ExtraBold</vt:lpstr>
      <vt:lpstr>Gilroy Light</vt:lpstr>
      <vt:lpstr>Montserrat Black</vt:lpstr>
      <vt:lpstr>Montserrat ExtraBold</vt:lpstr>
      <vt:lpstr>Montserrat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sutejakawinanga29@gmail.com</dc:creator>
  <cp:lastModifiedBy>sutej</cp:lastModifiedBy>
  <cp:revision>50</cp:revision>
  <dcterms:created xsi:type="dcterms:W3CDTF">2019-11-22T05:31:48Z</dcterms:created>
  <dcterms:modified xsi:type="dcterms:W3CDTF">2020-06-24T14:17:15Z</dcterms:modified>
</cp:coreProperties>
</file>